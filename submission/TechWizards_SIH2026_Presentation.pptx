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Arial Italics" charset="1" panose="020B0604020202090204"/>
      <p:regular r:id="rId26"/>
    </p:embeddedFont>
    <p:embeddedFont>
      <p:font typeface="Montserra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7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https://www.kaggle.com/datasets/vaukaofworlds/thecycloneimagedataset" TargetMode="External" Type="http://schemas.openxmlformats.org/officeDocument/2006/relationships/hyperlink"/><Relationship Id="rId5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7644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84966" y="316039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20803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87600" y="0"/>
            <a:ext cx="3120959" cy="1577818"/>
          </a:xfrm>
          <a:custGeom>
            <a:avLst/>
            <a:gdLst/>
            <a:ahLst/>
            <a:cxnLst/>
            <a:rect r="r" b="b" t="t" l="l"/>
            <a:pathLst>
              <a:path h="1577818" w="3120959">
                <a:moveTo>
                  <a:pt x="0" y="0"/>
                </a:moveTo>
                <a:lnTo>
                  <a:pt x="3120959" y="0"/>
                </a:lnTo>
                <a:lnTo>
                  <a:pt x="3120959" y="1577818"/>
                </a:lnTo>
                <a:lnTo>
                  <a:pt x="0" y="15778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7904" y="2693670"/>
            <a:ext cx="12672259" cy="686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2"/>
              </a:lnSpc>
            </a:pPr>
            <a:r>
              <a:rPr lang="en-US" b="true" sz="29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SIH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26070</a:t>
            </a:r>
          </a:p>
          <a:p>
            <a:pPr algn="l">
              <a:lnSpc>
                <a:spcPts val="6862"/>
              </a:lnSpc>
            </a:pPr>
            <a:r>
              <a:rPr lang="en-US" b="true" sz="29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develop an AI/ML based system for identification, classification, and 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of different tropical cyclone patterns using multi-source satellite data.</a:t>
            </a:r>
          </a:p>
          <a:p>
            <a:pPr algn="l">
              <a:lnSpc>
                <a:spcPts val="7266"/>
              </a:lnSpc>
            </a:pPr>
            <a:r>
              <a:rPr lang="en-US" b="true" sz="29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–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Disaster Management</a:t>
            </a:r>
          </a:p>
          <a:p>
            <a:pPr algn="l">
              <a:lnSpc>
                <a:spcPts val="6781"/>
              </a:lnSpc>
            </a:pPr>
            <a:r>
              <a:rPr lang="en-US" b="true" sz="29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Software</a:t>
            </a:r>
          </a:p>
          <a:p>
            <a:pPr algn="l">
              <a:lnSpc>
                <a:spcPts val="6781"/>
              </a:lnSpc>
            </a:pPr>
            <a:r>
              <a:rPr lang="en-US" b="true" sz="29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–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6781"/>
              </a:lnSpc>
            </a:pPr>
            <a:r>
              <a:rPr lang="en-US" b="true" sz="29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–</a:t>
            </a:r>
            <a:r>
              <a:rPr lang="en-US" sz="29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Wizards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176519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N.E.T.R.A.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Wizards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7021" y="2573792"/>
            <a:ext cx="17193474" cy="6365387"/>
            <a:chOff x="0" y="0"/>
            <a:chExt cx="22924631" cy="848718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125834"/>
              <a:ext cx="123731" cy="123731"/>
              <a:chOff x="0" y="0"/>
              <a:chExt cx="85725" cy="857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5725" cy="85725"/>
              </a:xfrm>
              <a:custGeom>
                <a:avLst/>
                <a:gdLst/>
                <a:ahLst/>
                <a:cxnLst/>
                <a:rect r="r" b="b" t="t" l="l"/>
                <a:pathLst>
                  <a:path h="85725" w="85725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cubicBezTo>
                      <a:pt x="80264" y="64516"/>
                      <a:pt x="77089" y="69215"/>
                      <a:pt x="73152" y="73152"/>
                    </a:cubicBezTo>
                    <a:cubicBezTo>
                      <a:pt x="69215" y="77089"/>
                      <a:pt x="64516" y="80264"/>
                      <a:pt x="59309" y="82423"/>
                    </a:cubicBezTo>
                    <a:cubicBezTo>
                      <a:pt x="54102" y="84582"/>
                      <a:pt x="48641" y="85725"/>
                      <a:pt x="42926" y="85725"/>
                    </a:cubicBezTo>
                    <a:cubicBezTo>
                      <a:pt x="37211" y="85725"/>
                      <a:pt x="31750" y="84582"/>
                      <a:pt x="26543" y="82423"/>
                    </a:cubicBezTo>
                    <a:cubicBezTo>
                      <a:pt x="21336" y="80264"/>
                      <a:pt x="16510" y="77216"/>
                      <a:pt x="12573" y="73152"/>
                    </a:cubicBezTo>
                    <a:cubicBezTo>
                      <a:pt x="8636" y="69088"/>
                      <a:pt x="5461" y="64516"/>
                      <a:pt x="3302" y="59309"/>
                    </a:cubicBezTo>
                    <a:cubicBezTo>
                      <a:pt x="1143" y="54102"/>
                      <a:pt x="0" y="48514"/>
                      <a:pt x="0" y="42926"/>
                    </a:cubicBezTo>
                    <a:cubicBezTo>
                      <a:pt x="0" y="37338"/>
                      <a:pt x="1143" y="31750"/>
                      <a:pt x="3302" y="26416"/>
                    </a:cubicBezTo>
                    <a:cubicBezTo>
                      <a:pt x="5461" y="21082"/>
                      <a:pt x="8509" y="16510"/>
                      <a:pt x="12573" y="12573"/>
                    </a:cubicBezTo>
                    <a:cubicBezTo>
                      <a:pt x="16637" y="8636"/>
                      <a:pt x="21209" y="5461"/>
                      <a:pt x="26416" y="3302"/>
                    </a:cubicBezTo>
                    <a:cubicBezTo>
                      <a:pt x="31623" y="1143"/>
                      <a:pt x="37211" y="0"/>
                      <a:pt x="42926" y="0"/>
                    </a:cubicBezTo>
                    <a:cubicBezTo>
                      <a:pt x="48641" y="0"/>
                      <a:pt x="54102" y="1143"/>
                      <a:pt x="59309" y="3302"/>
                    </a:cubicBezTo>
                    <a:cubicBezTo>
                      <a:pt x="64516" y="5461"/>
                      <a:pt x="69215" y="8636"/>
                      <a:pt x="73152" y="12573"/>
                    </a:cubicBezTo>
                    <a:cubicBezTo>
                      <a:pt x="77089" y="16510"/>
                      <a:pt x="80264" y="21209"/>
                      <a:pt x="82423" y="26416"/>
                    </a:cubicBezTo>
                    <a:cubicBezTo>
                      <a:pt x="84582" y="31623"/>
                      <a:pt x="85725" y="37084"/>
                      <a:pt x="85725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3521269"/>
              <a:ext cx="119974" cy="119974"/>
              <a:chOff x="0" y="0"/>
              <a:chExt cx="85725" cy="8572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5725" cy="85725"/>
              </a:xfrm>
              <a:custGeom>
                <a:avLst/>
                <a:gdLst/>
                <a:ahLst/>
                <a:cxnLst/>
                <a:rect r="r" b="b" t="t" l="l"/>
                <a:pathLst>
                  <a:path h="85725" w="85725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cubicBezTo>
                      <a:pt x="80264" y="64516"/>
                      <a:pt x="77089" y="69215"/>
                      <a:pt x="73152" y="73152"/>
                    </a:cubicBezTo>
                    <a:cubicBezTo>
                      <a:pt x="69215" y="77089"/>
                      <a:pt x="64516" y="80264"/>
                      <a:pt x="59309" y="82423"/>
                    </a:cubicBezTo>
                    <a:cubicBezTo>
                      <a:pt x="54102" y="84582"/>
                      <a:pt x="48641" y="85725"/>
                      <a:pt x="42926" y="85725"/>
                    </a:cubicBezTo>
                    <a:cubicBezTo>
                      <a:pt x="37211" y="85725"/>
                      <a:pt x="31750" y="84582"/>
                      <a:pt x="26543" y="82423"/>
                    </a:cubicBezTo>
                    <a:cubicBezTo>
                      <a:pt x="21336" y="80264"/>
                      <a:pt x="16510" y="77216"/>
                      <a:pt x="12573" y="73152"/>
                    </a:cubicBezTo>
                    <a:cubicBezTo>
                      <a:pt x="8636" y="69088"/>
                      <a:pt x="5461" y="64516"/>
                      <a:pt x="3302" y="59309"/>
                    </a:cubicBezTo>
                    <a:cubicBezTo>
                      <a:pt x="1143" y="54102"/>
                      <a:pt x="0" y="48514"/>
                      <a:pt x="0" y="42926"/>
                    </a:cubicBezTo>
                    <a:cubicBezTo>
                      <a:pt x="0" y="37338"/>
                      <a:pt x="1143" y="31750"/>
                      <a:pt x="3302" y="26416"/>
                    </a:cubicBezTo>
                    <a:cubicBezTo>
                      <a:pt x="5461" y="21082"/>
                      <a:pt x="8509" y="16510"/>
                      <a:pt x="12573" y="12573"/>
                    </a:cubicBezTo>
                    <a:cubicBezTo>
                      <a:pt x="16637" y="8636"/>
                      <a:pt x="21209" y="5461"/>
                      <a:pt x="26416" y="3302"/>
                    </a:cubicBezTo>
                    <a:cubicBezTo>
                      <a:pt x="31623" y="1143"/>
                      <a:pt x="37211" y="0"/>
                      <a:pt x="42926" y="0"/>
                    </a:cubicBezTo>
                    <a:cubicBezTo>
                      <a:pt x="48641" y="0"/>
                      <a:pt x="54102" y="1143"/>
                      <a:pt x="59309" y="3302"/>
                    </a:cubicBezTo>
                    <a:cubicBezTo>
                      <a:pt x="64516" y="5461"/>
                      <a:pt x="69215" y="8636"/>
                      <a:pt x="73152" y="12573"/>
                    </a:cubicBezTo>
                    <a:cubicBezTo>
                      <a:pt x="77089" y="16510"/>
                      <a:pt x="80264" y="21209"/>
                      <a:pt x="82423" y="26416"/>
                    </a:cubicBezTo>
                    <a:cubicBezTo>
                      <a:pt x="84582" y="31623"/>
                      <a:pt x="85725" y="37084"/>
                      <a:pt x="85725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5640804"/>
              <a:ext cx="119974" cy="119974"/>
              <a:chOff x="0" y="0"/>
              <a:chExt cx="85725" cy="8572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5725" cy="85725"/>
              </a:xfrm>
              <a:custGeom>
                <a:avLst/>
                <a:gdLst/>
                <a:ahLst/>
                <a:cxnLst/>
                <a:rect r="r" b="b" t="t" l="l"/>
                <a:pathLst>
                  <a:path h="85725" w="85725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cubicBezTo>
                      <a:pt x="80264" y="64516"/>
                      <a:pt x="77089" y="69215"/>
                      <a:pt x="73152" y="73152"/>
                    </a:cubicBezTo>
                    <a:cubicBezTo>
                      <a:pt x="69215" y="77089"/>
                      <a:pt x="64516" y="80264"/>
                      <a:pt x="59309" y="82423"/>
                    </a:cubicBezTo>
                    <a:cubicBezTo>
                      <a:pt x="54102" y="84582"/>
                      <a:pt x="48641" y="85725"/>
                      <a:pt x="42926" y="85725"/>
                    </a:cubicBezTo>
                    <a:cubicBezTo>
                      <a:pt x="37211" y="85725"/>
                      <a:pt x="31750" y="84582"/>
                      <a:pt x="26543" y="82423"/>
                    </a:cubicBezTo>
                    <a:cubicBezTo>
                      <a:pt x="21336" y="80264"/>
                      <a:pt x="16510" y="77216"/>
                      <a:pt x="12573" y="73152"/>
                    </a:cubicBezTo>
                    <a:cubicBezTo>
                      <a:pt x="8636" y="69088"/>
                      <a:pt x="5461" y="64516"/>
                      <a:pt x="3302" y="59309"/>
                    </a:cubicBezTo>
                    <a:cubicBezTo>
                      <a:pt x="1143" y="54102"/>
                      <a:pt x="0" y="48514"/>
                      <a:pt x="0" y="42926"/>
                    </a:cubicBezTo>
                    <a:cubicBezTo>
                      <a:pt x="0" y="37338"/>
                      <a:pt x="1143" y="31750"/>
                      <a:pt x="3302" y="26416"/>
                    </a:cubicBezTo>
                    <a:cubicBezTo>
                      <a:pt x="5461" y="21082"/>
                      <a:pt x="8509" y="16510"/>
                      <a:pt x="12573" y="12573"/>
                    </a:cubicBezTo>
                    <a:cubicBezTo>
                      <a:pt x="16637" y="8636"/>
                      <a:pt x="21209" y="5461"/>
                      <a:pt x="26416" y="3302"/>
                    </a:cubicBezTo>
                    <a:cubicBezTo>
                      <a:pt x="31623" y="1143"/>
                      <a:pt x="37211" y="0"/>
                      <a:pt x="42926" y="0"/>
                    </a:cubicBezTo>
                    <a:cubicBezTo>
                      <a:pt x="48641" y="0"/>
                      <a:pt x="54102" y="1143"/>
                      <a:pt x="59309" y="3302"/>
                    </a:cubicBezTo>
                    <a:cubicBezTo>
                      <a:pt x="64516" y="5461"/>
                      <a:pt x="69215" y="8636"/>
                      <a:pt x="73152" y="12573"/>
                    </a:cubicBezTo>
                    <a:cubicBezTo>
                      <a:pt x="77089" y="16510"/>
                      <a:pt x="80264" y="21209"/>
                      <a:pt x="82423" y="26416"/>
                    </a:cubicBezTo>
                    <a:cubicBezTo>
                      <a:pt x="84582" y="31623"/>
                      <a:pt x="85725" y="37084"/>
                      <a:pt x="85725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686516" y="835190"/>
              <a:ext cx="119974" cy="119974"/>
              <a:chOff x="0" y="0"/>
              <a:chExt cx="85725" cy="857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852" cy="85725"/>
              </a:xfrm>
              <a:custGeom>
                <a:avLst/>
                <a:gdLst/>
                <a:ahLst/>
                <a:cxnLst/>
                <a:rect r="r" b="b" t="t" l="l"/>
                <a:pathLst>
                  <a:path h="85725" w="85852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lnTo>
                      <a:pt x="77978" y="57531"/>
                    </a:lnTo>
                    <a:lnTo>
                      <a:pt x="82423" y="59309"/>
                    </a:lnTo>
                    <a:cubicBezTo>
                      <a:pt x="80264" y="64516"/>
                      <a:pt x="77089" y="69215"/>
                      <a:pt x="73152" y="73152"/>
                    </a:cubicBezTo>
                    <a:cubicBezTo>
                      <a:pt x="69088" y="77216"/>
                      <a:pt x="64516" y="80264"/>
                      <a:pt x="59309" y="82423"/>
                    </a:cubicBezTo>
                    <a:cubicBezTo>
                      <a:pt x="54102" y="84582"/>
                      <a:pt x="48641" y="85725"/>
                      <a:pt x="42926" y="85725"/>
                    </a:cubicBezTo>
                    <a:cubicBezTo>
                      <a:pt x="37211" y="85725"/>
                      <a:pt x="31750" y="84582"/>
                      <a:pt x="26543" y="82423"/>
                    </a:cubicBezTo>
                    <a:cubicBezTo>
                      <a:pt x="21336" y="80264"/>
                      <a:pt x="16637" y="77089"/>
                      <a:pt x="12700" y="73152"/>
                    </a:cubicBezTo>
                    <a:cubicBezTo>
                      <a:pt x="8509" y="69088"/>
                      <a:pt x="5461" y="64516"/>
                      <a:pt x="3302" y="59309"/>
                    </a:cubicBezTo>
                    <a:lnTo>
                      <a:pt x="7620" y="57404"/>
                    </a:lnTo>
                    <a:lnTo>
                      <a:pt x="3302" y="59309"/>
                    </a:lnTo>
                    <a:cubicBezTo>
                      <a:pt x="1143" y="53975"/>
                      <a:pt x="0" y="48514"/>
                      <a:pt x="0" y="42799"/>
                    </a:cubicBezTo>
                    <a:lnTo>
                      <a:pt x="4699" y="42799"/>
                    </a:lnTo>
                    <a:lnTo>
                      <a:pt x="0" y="42799"/>
                    </a:lnTo>
                    <a:cubicBezTo>
                      <a:pt x="0" y="37084"/>
                      <a:pt x="1143" y="31623"/>
                      <a:pt x="3302" y="26416"/>
                    </a:cubicBezTo>
                    <a:lnTo>
                      <a:pt x="7747" y="28194"/>
                    </a:lnTo>
                    <a:lnTo>
                      <a:pt x="3302" y="26416"/>
                    </a:lnTo>
                    <a:cubicBezTo>
                      <a:pt x="5461" y="21209"/>
                      <a:pt x="8509" y="16510"/>
                      <a:pt x="12573" y="12573"/>
                    </a:cubicBezTo>
                    <a:lnTo>
                      <a:pt x="16002" y="16002"/>
                    </a:lnTo>
                    <a:lnTo>
                      <a:pt x="12573" y="12573"/>
                    </a:lnTo>
                    <a:cubicBezTo>
                      <a:pt x="16510" y="8509"/>
                      <a:pt x="21209" y="5461"/>
                      <a:pt x="26416" y="3302"/>
                    </a:cubicBezTo>
                    <a:lnTo>
                      <a:pt x="28321" y="7620"/>
                    </a:lnTo>
                    <a:lnTo>
                      <a:pt x="26416" y="3302"/>
                    </a:lnTo>
                    <a:cubicBezTo>
                      <a:pt x="31750" y="1143"/>
                      <a:pt x="37211" y="0"/>
                      <a:pt x="42926" y="0"/>
                    </a:cubicBezTo>
                    <a:lnTo>
                      <a:pt x="42926" y="4826"/>
                    </a:lnTo>
                    <a:lnTo>
                      <a:pt x="42926" y="0"/>
                    </a:lnTo>
                    <a:cubicBezTo>
                      <a:pt x="48641" y="0"/>
                      <a:pt x="54102" y="1143"/>
                      <a:pt x="59309" y="3302"/>
                    </a:cubicBezTo>
                    <a:lnTo>
                      <a:pt x="57404" y="7620"/>
                    </a:lnTo>
                    <a:lnTo>
                      <a:pt x="59309" y="3302"/>
                    </a:lnTo>
                    <a:cubicBezTo>
                      <a:pt x="64516" y="5461"/>
                      <a:pt x="69215" y="8636"/>
                      <a:pt x="73279" y="12573"/>
                    </a:cubicBezTo>
                    <a:lnTo>
                      <a:pt x="69850" y="16002"/>
                    </a:lnTo>
                    <a:lnTo>
                      <a:pt x="73279" y="12573"/>
                    </a:lnTo>
                    <a:cubicBezTo>
                      <a:pt x="77343" y="16637"/>
                      <a:pt x="80391" y="21209"/>
                      <a:pt x="82550" y="26543"/>
                    </a:cubicBezTo>
                    <a:lnTo>
                      <a:pt x="78105" y="28321"/>
                    </a:lnTo>
                    <a:lnTo>
                      <a:pt x="82550" y="26543"/>
                    </a:lnTo>
                    <a:cubicBezTo>
                      <a:pt x="84709" y="31750"/>
                      <a:pt x="85852" y="37211"/>
                      <a:pt x="85852" y="42926"/>
                    </a:cubicBezTo>
                    <a:moveTo>
                      <a:pt x="76200" y="42799"/>
                    </a:moveTo>
                    <a:lnTo>
                      <a:pt x="80899" y="42799"/>
                    </a:lnTo>
                    <a:lnTo>
                      <a:pt x="76200" y="42799"/>
                    </a:lnTo>
                    <a:cubicBezTo>
                      <a:pt x="76200" y="38354"/>
                      <a:pt x="75311" y="34163"/>
                      <a:pt x="73660" y="30099"/>
                    </a:cubicBezTo>
                    <a:cubicBezTo>
                      <a:pt x="72009" y="26035"/>
                      <a:pt x="69596" y="22352"/>
                      <a:pt x="66421" y="19304"/>
                    </a:cubicBezTo>
                    <a:cubicBezTo>
                      <a:pt x="63246" y="16129"/>
                      <a:pt x="59690" y="13716"/>
                      <a:pt x="55626" y="12065"/>
                    </a:cubicBezTo>
                    <a:cubicBezTo>
                      <a:pt x="51562" y="10414"/>
                      <a:pt x="47244" y="9525"/>
                      <a:pt x="42926" y="9525"/>
                    </a:cubicBezTo>
                    <a:cubicBezTo>
                      <a:pt x="38608" y="9525"/>
                      <a:pt x="34290" y="10414"/>
                      <a:pt x="30226" y="12065"/>
                    </a:cubicBezTo>
                    <a:cubicBezTo>
                      <a:pt x="26162" y="13716"/>
                      <a:pt x="22479" y="16129"/>
                      <a:pt x="19431" y="19304"/>
                    </a:cubicBezTo>
                    <a:cubicBezTo>
                      <a:pt x="16256" y="22479"/>
                      <a:pt x="13843" y="26035"/>
                      <a:pt x="12192" y="30099"/>
                    </a:cubicBezTo>
                    <a:cubicBezTo>
                      <a:pt x="10541" y="34163"/>
                      <a:pt x="9652" y="38481"/>
                      <a:pt x="9652" y="42799"/>
                    </a:cubicBezTo>
                    <a:cubicBezTo>
                      <a:pt x="9652" y="47244"/>
                      <a:pt x="10541" y="51435"/>
                      <a:pt x="12192" y="55499"/>
                    </a:cubicBezTo>
                    <a:cubicBezTo>
                      <a:pt x="13843" y="59563"/>
                      <a:pt x="16256" y="63246"/>
                      <a:pt x="19431" y="66294"/>
                    </a:cubicBezTo>
                    <a:lnTo>
                      <a:pt x="16002" y="69723"/>
                    </a:lnTo>
                    <a:lnTo>
                      <a:pt x="19431" y="66294"/>
                    </a:lnTo>
                    <a:cubicBezTo>
                      <a:pt x="22606" y="69469"/>
                      <a:pt x="26162" y="71882"/>
                      <a:pt x="30226" y="73533"/>
                    </a:cubicBezTo>
                    <a:lnTo>
                      <a:pt x="28448" y="77978"/>
                    </a:lnTo>
                    <a:lnTo>
                      <a:pt x="30226" y="73533"/>
                    </a:lnTo>
                    <a:cubicBezTo>
                      <a:pt x="34290" y="75184"/>
                      <a:pt x="38608" y="76073"/>
                      <a:pt x="42926" y="76073"/>
                    </a:cubicBezTo>
                    <a:lnTo>
                      <a:pt x="42926" y="80772"/>
                    </a:lnTo>
                    <a:lnTo>
                      <a:pt x="42926" y="76073"/>
                    </a:lnTo>
                    <a:cubicBezTo>
                      <a:pt x="47371" y="76073"/>
                      <a:pt x="51562" y="75184"/>
                      <a:pt x="55626" y="73533"/>
                    </a:cubicBezTo>
                    <a:lnTo>
                      <a:pt x="57404" y="77978"/>
                    </a:lnTo>
                    <a:lnTo>
                      <a:pt x="55626" y="73533"/>
                    </a:lnTo>
                    <a:cubicBezTo>
                      <a:pt x="59690" y="71882"/>
                      <a:pt x="63373" y="69469"/>
                      <a:pt x="66421" y="66294"/>
                    </a:cubicBezTo>
                    <a:lnTo>
                      <a:pt x="69850" y="69723"/>
                    </a:lnTo>
                    <a:lnTo>
                      <a:pt x="66421" y="66294"/>
                    </a:lnTo>
                    <a:cubicBezTo>
                      <a:pt x="69596" y="63119"/>
                      <a:pt x="72009" y="59563"/>
                      <a:pt x="73660" y="55499"/>
                    </a:cubicBezTo>
                    <a:cubicBezTo>
                      <a:pt x="75311" y="51435"/>
                      <a:pt x="76200" y="47117"/>
                      <a:pt x="76200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686516" y="4234446"/>
              <a:ext cx="119974" cy="119974"/>
              <a:chOff x="0" y="0"/>
              <a:chExt cx="85725" cy="857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5852" cy="85852"/>
              </a:xfrm>
              <a:custGeom>
                <a:avLst/>
                <a:gdLst/>
                <a:ahLst/>
                <a:cxnLst/>
                <a:rect r="r" b="b" t="t" l="l"/>
                <a:pathLst>
                  <a:path h="85852" w="85852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lnTo>
                      <a:pt x="77978" y="57531"/>
                    </a:lnTo>
                    <a:lnTo>
                      <a:pt x="82423" y="59309"/>
                    </a:lnTo>
                    <a:cubicBezTo>
                      <a:pt x="80264" y="64516"/>
                      <a:pt x="77089" y="69215"/>
                      <a:pt x="73152" y="73279"/>
                    </a:cubicBezTo>
                    <a:cubicBezTo>
                      <a:pt x="69088" y="77343"/>
                      <a:pt x="64516" y="80391"/>
                      <a:pt x="59309" y="82550"/>
                    </a:cubicBezTo>
                    <a:cubicBezTo>
                      <a:pt x="54102" y="84709"/>
                      <a:pt x="48641" y="85852"/>
                      <a:pt x="42926" y="85852"/>
                    </a:cubicBezTo>
                    <a:cubicBezTo>
                      <a:pt x="37211" y="85852"/>
                      <a:pt x="31750" y="84709"/>
                      <a:pt x="26543" y="82550"/>
                    </a:cubicBezTo>
                    <a:cubicBezTo>
                      <a:pt x="21336" y="80391"/>
                      <a:pt x="16637" y="77216"/>
                      <a:pt x="12700" y="73279"/>
                    </a:cubicBezTo>
                    <a:cubicBezTo>
                      <a:pt x="8509" y="69215"/>
                      <a:pt x="5461" y="64516"/>
                      <a:pt x="3302" y="59309"/>
                    </a:cubicBezTo>
                    <a:lnTo>
                      <a:pt x="7620" y="57404"/>
                    </a:lnTo>
                    <a:lnTo>
                      <a:pt x="3302" y="59309"/>
                    </a:lnTo>
                    <a:cubicBezTo>
                      <a:pt x="1143" y="53975"/>
                      <a:pt x="0" y="48514"/>
                      <a:pt x="0" y="42799"/>
                    </a:cubicBezTo>
                    <a:lnTo>
                      <a:pt x="4699" y="42799"/>
                    </a:lnTo>
                    <a:lnTo>
                      <a:pt x="0" y="42799"/>
                    </a:lnTo>
                    <a:cubicBezTo>
                      <a:pt x="0" y="37084"/>
                      <a:pt x="1143" y="31623"/>
                      <a:pt x="3302" y="26416"/>
                    </a:cubicBezTo>
                    <a:lnTo>
                      <a:pt x="7747" y="28194"/>
                    </a:lnTo>
                    <a:lnTo>
                      <a:pt x="3302" y="26416"/>
                    </a:lnTo>
                    <a:cubicBezTo>
                      <a:pt x="5461" y="21209"/>
                      <a:pt x="8509" y="16510"/>
                      <a:pt x="12573" y="12573"/>
                    </a:cubicBezTo>
                    <a:lnTo>
                      <a:pt x="16002" y="16002"/>
                    </a:lnTo>
                    <a:lnTo>
                      <a:pt x="12573" y="12573"/>
                    </a:lnTo>
                    <a:cubicBezTo>
                      <a:pt x="16510" y="8509"/>
                      <a:pt x="21209" y="5461"/>
                      <a:pt x="26416" y="3302"/>
                    </a:cubicBezTo>
                    <a:lnTo>
                      <a:pt x="28321" y="7620"/>
                    </a:lnTo>
                    <a:lnTo>
                      <a:pt x="26416" y="3302"/>
                    </a:lnTo>
                    <a:cubicBezTo>
                      <a:pt x="31750" y="1143"/>
                      <a:pt x="37211" y="0"/>
                      <a:pt x="42926" y="0"/>
                    </a:cubicBezTo>
                    <a:lnTo>
                      <a:pt x="42926" y="4826"/>
                    </a:lnTo>
                    <a:lnTo>
                      <a:pt x="42926" y="0"/>
                    </a:lnTo>
                    <a:cubicBezTo>
                      <a:pt x="48641" y="0"/>
                      <a:pt x="54102" y="1143"/>
                      <a:pt x="59309" y="3302"/>
                    </a:cubicBezTo>
                    <a:lnTo>
                      <a:pt x="57404" y="7620"/>
                    </a:lnTo>
                    <a:lnTo>
                      <a:pt x="59309" y="3302"/>
                    </a:lnTo>
                    <a:cubicBezTo>
                      <a:pt x="64516" y="5461"/>
                      <a:pt x="69215" y="8636"/>
                      <a:pt x="73279" y="12573"/>
                    </a:cubicBezTo>
                    <a:lnTo>
                      <a:pt x="69850" y="16002"/>
                    </a:lnTo>
                    <a:lnTo>
                      <a:pt x="73279" y="12573"/>
                    </a:lnTo>
                    <a:cubicBezTo>
                      <a:pt x="77343" y="16637"/>
                      <a:pt x="80391" y="21209"/>
                      <a:pt x="82550" y="26543"/>
                    </a:cubicBezTo>
                    <a:lnTo>
                      <a:pt x="78105" y="28321"/>
                    </a:lnTo>
                    <a:lnTo>
                      <a:pt x="82550" y="26543"/>
                    </a:lnTo>
                    <a:cubicBezTo>
                      <a:pt x="84709" y="31750"/>
                      <a:pt x="85852" y="37211"/>
                      <a:pt x="85852" y="42926"/>
                    </a:cubicBezTo>
                    <a:moveTo>
                      <a:pt x="76200" y="42799"/>
                    </a:moveTo>
                    <a:lnTo>
                      <a:pt x="80899" y="42799"/>
                    </a:lnTo>
                    <a:lnTo>
                      <a:pt x="76200" y="42799"/>
                    </a:lnTo>
                    <a:cubicBezTo>
                      <a:pt x="76200" y="38354"/>
                      <a:pt x="75311" y="34163"/>
                      <a:pt x="73660" y="30099"/>
                    </a:cubicBezTo>
                    <a:cubicBezTo>
                      <a:pt x="72009" y="26035"/>
                      <a:pt x="69596" y="22352"/>
                      <a:pt x="66421" y="19304"/>
                    </a:cubicBezTo>
                    <a:cubicBezTo>
                      <a:pt x="63246" y="16129"/>
                      <a:pt x="59690" y="13716"/>
                      <a:pt x="55626" y="12065"/>
                    </a:cubicBezTo>
                    <a:cubicBezTo>
                      <a:pt x="51562" y="10414"/>
                      <a:pt x="47244" y="9525"/>
                      <a:pt x="42926" y="9525"/>
                    </a:cubicBezTo>
                    <a:cubicBezTo>
                      <a:pt x="38608" y="9525"/>
                      <a:pt x="34290" y="10414"/>
                      <a:pt x="30226" y="12065"/>
                    </a:cubicBezTo>
                    <a:cubicBezTo>
                      <a:pt x="26162" y="13716"/>
                      <a:pt x="22479" y="16129"/>
                      <a:pt x="19431" y="19304"/>
                    </a:cubicBezTo>
                    <a:cubicBezTo>
                      <a:pt x="16256" y="22479"/>
                      <a:pt x="13843" y="26035"/>
                      <a:pt x="12192" y="30099"/>
                    </a:cubicBezTo>
                    <a:cubicBezTo>
                      <a:pt x="10541" y="34163"/>
                      <a:pt x="9652" y="38481"/>
                      <a:pt x="9652" y="42799"/>
                    </a:cubicBezTo>
                    <a:cubicBezTo>
                      <a:pt x="9652" y="47244"/>
                      <a:pt x="10541" y="51435"/>
                      <a:pt x="12192" y="55499"/>
                    </a:cubicBezTo>
                    <a:cubicBezTo>
                      <a:pt x="13843" y="59563"/>
                      <a:pt x="16256" y="63246"/>
                      <a:pt x="19431" y="66294"/>
                    </a:cubicBezTo>
                    <a:lnTo>
                      <a:pt x="16002" y="69723"/>
                    </a:lnTo>
                    <a:lnTo>
                      <a:pt x="19431" y="66294"/>
                    </a:lnTo>
                    <a:cubicBezTo>
                      <a:pt x="22606" y="69469"/>
                      <a:pt x="26162" y="71882"/>
                      <a:pt x="30226" y="73533"/>
                    </a:cubicBezTo>
                    <a:lnTo>
                      <a:pt x="28448" y="77978"/>
                    </a:lnTo>
                    <a:lnTo>
                      <a:pt x="30226" y="73533"/>
                    </a:lnTo>
                    <a:cubicBezTo>
                      <a:pt x="34290" y="75184"/>
                      <a:pt x="38608" y="76073"/>
                      <a:pt x="42926" y="76073"/>
                    </a:cubicBezTo>
                    <a:lnTo>
                      <a:pt x="42926" y="80772"/>
                    </a:lnTo>
                    <a:lnTo>
                      <a:pt x="42926" y="76073"/>
                    </a:lnTo>
                    <a:cubicBezTo>
                      <a:pt x="47371" y="76073"/>
                      <a:pt x="51562" y="75184"/>
                      <a:pt x="55626" y="73533"/>
                    </a:cubicBezTo>
                    <a:lnTo>
                      <a:pt x="57404" y="77978"/>
                    </a:lnTo>
                    <a:lnTo>
                      <a:pt x="55626" y="73533"/>
                    </a:lnTo>
                    <a:cubicBezTo>
                      <a:pt x="59690" y="71882"/>
                      <a:pt x="63373" y="69469"/>
                      <a:pt x="66421" y="66294"/>
                    </a:cubicBezTo>
                    <a:lnTo>
                      <a:pt x="69850" y="69723"/>
                    </a:lnTo>
                    <a:lnTo>
                      <a:pt x="66421" y="66294"/>
                    </a:lnTo>
                    <a:cubicBezTo>
                      <a:pt x="69596" y="63119"/>
                      <a:pt x="72009" y="59563"/>
                      <a:pt x="73660" y="55499"/>
                    </a:cubicBezTo>
                    <a:cubicBezTo>
                      <a:pt x="75311" y="51435"/>
                      <a:pt x="76200" y="47117"/>
                      <a:pt x="76200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686516" y="6353981"/>
              <a:ext cx="119974" cy="119974"/>
              <a:chOff x="0" y="0"/>
              <a:chExt cx="85725" cy="8572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5852" cy="85725"/>
              </a:xfrm>
              <a:custGeom>
                <a:avLst/>
                <a:gdLst/>
                <a:ahLst/>
                <a:cxnLst/>
                <a:rect r="r" b="b" t="t" l="l"/>
                <a:pathLst>
                  <a:path h="85725" w="85852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lnTo>
                      <a:pt x="77978" y="57531"/>
                    </a:lnTo>
                    <a:lnTo>
                      <a:pt x="82423" y="59309"/>
                    </a:lnTo>
                    <a:cubicBezTo>
                      <a:pt x="80264" y="64516"/>
                      <a:pt x="77089" y="69215"/>
                      <a:pt x="73152" y="73152"/>
                    </a:cubicBezTo>
                    <a:cubicBezTo>
                      <a:pt x="69088" y="77216"/>
                      <a:pt x="64516" y="80264"/>
                      <a:pt x="59309" y="82423"/>
                    </a:cubicBezTo>
                    <a:lnTo>
                      <a:pt x="57531" y="77978"/>
                    </a:lnTo>
                    <a:lnTo>
                      <a:pt x="59309" y="82423"/>
                    </a:lnTo>
                    <a:cubicBezTo>
                      <a:pt x="54102" y="84582"/>
                      <a:pt x="48641" y="85725"/>
                      <a:pt x="42926" y="85725"/>
                    </a:cubicBezTo>
                    <a:cubicBezTo>
                      <a:pt x="37211" y="85725"/>
                      <a:pt x="31750" y="84582"/>
                      <a:pt x="26543" y="82423"/>
                    </a:cubicBezTo>
                    <a:lnTo>
                      <a:pt x="28321" y="77978"/>
                    </a:lnTo>
                    <a:lnTo>
                      <a:pt x="26543" y="82423"/>
                    </a:lnTo>
                    <a:cubicBezTo>
                      <a:pt x="21336" y="80264"/>
                      <a:pt x="16637" y="77089"/>
                      <a:pt x="12700" y="73152"/>
                    </a:cubicBezTo>
                    <a:cubicBezTo>
                      <a:pt x="8509" y="69215"/>
                      <a:pt x="5461" y="64516"/>
                      <a:pt x="3302" y="59309"/>
                    </a:cubicBezTo>
                    <a:lnTo>
                      <a:pt x="7620" y="57404"/>
                    </a:lnTo>
                    <a:lnTo>
                      <a:pt x="3302" y="59309"/>
                    </a:lnTo>
                    <a:cubicBezTo>
                      <a:pt x="1143" y="53975"/>
                      <a:pt x="0" y="48514"/>
                      <a:pt x="0" y="42799"/>
                    </a:cubicBezTo>
                    <a:lnTo>
                      <a:pt x="4699" y="42799"/>
                    </a:lnTo>
                    <a:lnTo>
                      <a:pt x="0" y="42799"/>
                    </a:lnTo>
                    <a:cubicBezTo>
                      <a:pt x="0" y="37084"/>
                      <a:pt x="1143" y="31623"/>
                      <a:pt x="3302" y="26416"/>
                    </a:cubicBezTo>
                    <a:lnTo>
                      <a:pt x="7747" y="28194"/>
                    </a:lnTo>
                    <a:lnTo>
                      <a:pt x="3302" y="26416"/>
                    </a:lnTo>
                    <a:cubicBezTo>
                      <a:pt x="5461" y="21209"/>
                      <a:pt x="8509" y="16510"/>
                      <a:pt x="12573" y="12573"/>
                    </a:cubicBezTo>
                    <a:lnTo>
                      <a:pt x="16002" y="16002"/>
                    </a:lnTo>
                    <a:lnTo>
                      <a:pt x="12573" y="12573"/>
                    </a:lnTo>
                    <a:cubicBezTo>
                      <a:pt x="16510" y="8509"/>
                      <a:pt x="21209" y="5461"/>
                      <a:pt x="26416" y="3302"/>
                    </a:cubicBezTo>
                    <a:lnTo>
                      <a:pt x="28321" y="7620"/>
                    </a:lnTo>
                    <a:lnTo>
                      <a:pt x="26416" y="3302"/>
                    </a:lnTo>
                    <a:cubicBezTo>
                      <a:pt x="31750" y="1143"/>
                      <a:pt x="37211" y="0"/>
                      <a:pt x="42926" y="0"/>
                    </a:cubicBezTo>
                    <a:lnTo>
                      <a:pt x="42926" y="4826"/>
                    </a:lnTo>
                    <a:lnTo>
                      <a:pt x="42926" y="0"/>
                    </a:lnTo>
                    <a:cubicBezTo>
                      <a:pt x="48641" y="0"/>
                      <a:pt x="54102" y="1143"/>
                      <a:pt x="59309" y="3302"/>
                    </a:cubicBezTo>
                    <a:lnTo>
                      <a:pt x="57404" y="7620"/>
                    </a:lnTo>
                    <a:lnTo>
                      <a:pt x="59309" y="3302"/>
                    </a:lnTo>
                    <a:cubicBezTo>
                      <a:pt x="64516" y="5461"/>
                      <a:pt x="69215" y="8636"/>
                      <a:pt x="73279" y="12573"/>
                    </a:cubicBezTo>
                    <a:lnTo>
                      <a:pt x="69850" y="16002"/>
                    </a:lnTo>
                    <a:lnTo>
                      <a:pt x="73279" y="12573"/>
                    </a:lnTo>
                    <a:cubicBezTo>
                      <a:pt x="77343" y="16637"/>
                      <a:pt x="80391" y="21209"/>
                      <a:pt x="82550" y="26416"/>
                    </a:cubicBezTo>
                    <a:lnTo>
                      <a:pt x="78105" y="28194"/>
                    </a:lnTo>
                    <a:lnTo>
                      <a:pt x="82550" y="26416"/>
                    </a:lnTo>
                    <a:cubicBezTo>
                      <a:pt x="84709" y="31623"/>
                      <a:pt x="85852" y="37084"/>
                      <a:pt x="85852" y="42799"/>
                    </a:cubicBezTo>
                    <a:moveTo>
                      <a:pt x="76200" y="42799"/>
                    </a:moveTo>
                    <a:lnTo>
                      <a:pt x="80899" y="42799"/>
                    </a:lnTo>
                    <a:lnTo>
                      <a:pt x="76200" y="42799"/>
                    </a:lnTo>
                    <a:cubicBezTo>
                      <a:pt x="76200" y="38354"/>
                      <a:pt x="75311" y="34163"/>
                      <a:pt x="73660" y="30099"/>
                    </a:cubicBezTo>
                    <a:cubicBezTo>
                      <a:pt x="72009" y="26035"/>
                      <a:pt x="69596" y="22479"/>
                      <a:pt x="66421" y="19304"/>
                    </a:cubicBezTo>
                    <a:cubicBezTo>
                      <a:pt x="63246" y="16129"/>
                      <a:pt x="59690" y="13716"/>
                      <a:pt x="55626" y="12065"/>
                    </a:cubicBezTo>
                    <a:cubicBezTo>
                      <a:pt x="51562" y="10414"/>
                      <a:pt x="47244" y="9525"/>
                      <a:pt x="42926" y="9525"/>
                    </a:cubicBezTo>
                    <a:cubicBezTo>
                      <a:pt x="38608" y="9525"/>
                      <a:pt x="34290" y="10414"/>
                      <a:pt x="30226" y="12065"/>
                    </a:cubicBezTo>
                    <a:cubicBezTo>
                      <a:pt x="26162" y="13716"/>
                      <a:pt x="22479" y="16129"/>
                      <a:pt x="19431" y="19304"/>
                    </a:cubicBezTo>
                    <a:cubicBezTo>
                      <a:pt x="16256" y="22479"/>
                      <a:pt x="13843" y="26035"/>
                      <a:pt x="12192" y="30099"/>
                    </a:cubicBezTo>
                    <a:cubicBezTo>
                      <a:pt x="10541" y="34163"/>
                      <a:pt x="9652" y="38481"/>
                      <a:pt x="9652" y="42799"/>
                    </a:cubicBezTo>
                    <a:cubicBezTo>
                      <a:pt x="9652" y="47244"/>
                      <a:pt x="10541" y="51435"/>
                      <a:pt x="12192" y="55499"/>
                    </a:cubicBezTo>
                    <a:cubicBezTo>
                      <a:pt x="13843" y="59563"/>
                      <a:pt x="16256" y="63119"/>
                      <a:pt x="19431" y="66294"/>
                    </a:cubicBezTo>
                    <a:lnTo>
                      <a:pt x="16002" y="69723"/>
                    </a:lnTo>
                    <a:lnTo>
                      <a:pt x="19431" y="66294"/>
                    </a:lnTo>
                    <a:cubicBezTo>
                      <a:pt x="22606" y="69469"/>
                      <a:pt x="26162" y="71882"/>
                      <a:pt x="30226" y="73533"/>
                    </a:cubicBezTo>
                    <a:cubicBezTo>
                      <a:pt x="34290" y="75184"/>
                      <a:pt x="38608" y="76073"/>
                      <a:pt x="42926" y="76073"/>
                    </a:cubicBezTo>
                    <a:lnTo>
                      <a:pt x="42926" y="80772"/>
                    </a:lnTo>
                    <a:lnTo>
                      <a:pt x="42926" y="76073"/>
                    </a:lnTo>
                    <a:cubicBezTo>
                      <a:pt x="47371" y="76073"/>
                      <a:pt x="51562" y="75184"/>
                      <a:pt x="55626" y="73533"/>
                    </a:cubicBezTo>
                    <a:cubicBezTo>
                      <a:pt x="59690" y="71882"/>
                      <a:pt x="63373" y="69469"/>
                      <a:pt x="66421" y="66294"/>
                    </a:cubicBezTo>
                    <a:lnTo>
                      <a:pt x="69850" y="69723"/>
                    </a:lnTo>
                    <a:lnTo>
                      <a:pt x="66421" y="66294"/>
                    </a:lnTo>
                    <a:cubicBezTo>
                      <a:pt x="69596" y="63119"/>
                      <a:pt x="72009" y="59563"/>
                      <a:pt x="73660" y="55499"/>
                    </a:cubicBezTo>
                    <a:cubicBezTo>
                      <a:pt x="75311" y="51435"/>
                      <a:pt x="76200" y="47117"/>
                      <a:pt x="76200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686516" y="7633701"/>
              <a:ext cx="119974" cy="119974"/>
              <a:chOff x="0" y="0"/>
              <a:chExt cx="85725" cy="8572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5852" cy="85852"/>
              </a:xfrm>
              <a:custGeom>
                <a:avLst/>
                <a:gdLst/>
                <a:ahLst/>
                <a:cxnLst/>
                <a:rect r="r" b="b" t="t" l="l"/>
                <a:pathLst>
                  <a:path h="85852" w="85852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lnTo>
                      <a:pt x="77978" y="57531"/>
                    </a:lnTo>
                    <a:lnTo>
                      <a:pt x="82423" y="59309"/>
                    </a:lnTo>
                    <a:cubicBezTo>
                      <a:pt x="80264" y="64516"/>
                      <a:pt x="77089" y="69215"/>
                      <a:pt x="73152" y="73279"/>
                    </a:cubicBezTo>
                    <a:cubicBezTo>
                      <a:pt x="69088" y="77343"/>
                      <a:pt x="64516" y="80391"/>
                      <a:pt x="59309" y="82550"/>
                    </a:cubicBezTo>
                    <a:cubicBezTo>
                      <a:pt x="54102" y="84709"/>
                      <a:pt x="48641" y="85852"/>
                      <a:pt x="42926" y="85852"/>
                    </a:cubicBezTo>
                    <a:cubicBezTo>
                      <a:pt x="37211" y="85852"/>
                      <a:pt x="31750" y="84709"/>
                      <a:pt x="26543" y="82550"/>
                    </a:cubicBezTo>
                    <a:cubicBezTo>
                      <a:pt x="21336" y="80391"/>
                      <a:pt x="16637" y="77216"/>
                      <a:pt x="12700" y="73279"/>
                    </a:cubicBezTo>
                    <a:cubicBezTo>
                      <a:pt x="8509" y="69215"/>
                      <a:pt x="5461" y="64516"/>
                      <a:pt x="3302" y="59309"/>
                    </a:cubicBezTo>
                    <a:lnTo>
                      <a:pt x="7620" y="57404"/>
                    </a:lnTo>
                    <a:lnTo>
                      <a:pt x="3302" y="59309"/>
                    </a:lnTo>
                    <a:cubicBezTo>
                      <a:pt x="1143" y="53975"/>
                      <a:pt x="0" y="48514"/>
                      <a:pt x="0" y="42799"/>
                    </a:cubicBezTo>
                    <a:lnTo>
                      <a:pt x="4699" y="42799"/>
                    </a:lnTo>
                    <a:lnTo>
                      <a:pt x="0" y="42799"/>
                    </a:lnTo>
                    <a:cubicBezTo>
                      <a:pt x="0" y="37084"/>
                      <a:pt x="1143" y="31623"/>
                      <a:pt x="3302" y="26416"/>
                    </a:cubicBezTo>
                    <a:lnTo>
                      <a:pt x="7747" y="28194"/>
                    </a:lnTo>
                    <a:lnTo>
                      <a:pt x="3302" y="26416"/>
                    </a:lnTo>
                    <a:cubicBezTo>
                      <a:pt x="5461" y="21209"/>
                      <a:pt x="8509" y="16510"/>
                      <a:pt x="12573" y="12573"/>
                    </a:cubicBezTo>
                    <a:lnTo>
                      <a:pt x="16002" y="16002"/>
                    </a:lnTo>
                    <a:lnTo>
                      <a:pt x="12573" y="12573"/>
                    </a:lnTo>
                    <a:cubicBezTo>
                      <a:pt x="16510" y="8509"/>
                      <a:pt x="21209" y="5461"/>
                      <a:pt x="26416" y="3302"/>
                    </a:cubicBezTo>
                    <a:lnTo>
                      <a:pt x="28321" y="7620"/>
                    </a:lnTo>
                    <a:lnTo>
                      <a:pt x="26416" y="3302"/>
                    </a:lnTo>
                    <a:cubicBezTo>
                      <a:pt x="31750" y="1143"/>
                      <a:pt x="37211" y="0"/>
                      <a:pt x="42926" y="0"/>
                    </a:cubicBezTo>
                    <a:lnTo>
                      <a:pt x="42926" y="4826"/>
                    </a:lnTo>
                    <a:lnTo>
                      <a:pt x="42926" y="0"/>
                    </a:lnTo>
                    <a:cubicBezTo>
                      <a:pt x="48641" y="0"/>
                      <a:pt x="54102" y="1143"/>
                      <a:pt x="59309" y="3302"/>
                    </a:cubicBezTo>
                    <a:lnTo>
                      <a:pt x="57404" y="7620"/>
                    </a:lnTo>
                    <a:lnTo>
                      <a:pt x="59309" y="3302"/>
                    </a:lnTo>
                    <a:cubicBezTo>
                      <a:pt x="64516" y="5461"/>
                      <a:pt x="69215" y="8636"/>
                      <a:pt x="73279" y="12573"/>
                    </a:cubicBezTo>
                    <a:lnTo>
                      <a:pt x="69850" y="16002"/>
                    </a:lnTo>
                    <a:lnTo>
                      <a:pt x="73279" y="12573"/>
                    </a:lnTo>
                    <a:cubicBezTo>
                      <a:pt x="77343" y="16637"/>
                      <a:pt x="80391" y="21209"/>
                      <a:pt x="82550" y="26416"/>
                    </a:cubicBezTo>
                    <a:cubicBezTo>
                      <a:pt x="84709" y="31623"/>
                      <a:pt x="85852" y="37084"/>
                      <a:pt x="85852" y="42799"/>
                    </a:cubicBezTo>
                    <a:moveTo>
                      <a:pt x="76200" y="42799"/>
                    </a:moveTo>
                    <a:lnTo>
                      <a:pt x="80899" y="42799"/>
                    </a:lnTo>
                    <a:lnTo>
                      <a:pt x="76200" y="42799"/>
                    </a:lnTo>
                    <a:cubicBezTo>
                      <a:pt x="76200" y="38354"/>
                      <a:pt x="75311" y="34163"/>
                      <a:pt x="73660" y="30099"/>
                    </a:cubicBezTo>
                    <a:lnTo>
                      <a:pt x="78105" y="28321"/>
                    </a:lnTo>
                    <a:lnTo>
                      <a:pt x="73660" y="30099"/>
                    </a:lnTo>
                    <a:cubicBezTo>
                      <a:pt x="72009" y="26035"/>
                      <a:pt x="69596" y="22352"/>
                      <a:pt x="66421" y="19304"/>
                    </a:cubicBezTo>
                    <a:cubicBezTo>
                      <a:pt x="63246" y="16129"/>
                      <a:pt x="59690" y="13716"/>
                      <a:pt x="55626" y="12065"/>
                    </a:cubicBezTo>
                    <a:cubicBezTo>
                      <a:pt x="51562" y="10414"/>
                      <a:pt x="47244" y="9525"/>
                      <a:pt x="42926" y="9525"/>
                    </a:cubicBezTo>
                    <a:cubicBezTo>
                      <a:pt x="38608" y="9525"/>
                      <a:pt x="34290" y="10414"/>
                      <a:pt x="30226" y="12065"/>
                    </a:cubicBezTo>
                    <a:cubicBezTo>
                      <a:pt x="26162" y="13716"/>
                      <a:pt x="22479" y="16129"/>
                      <a:pt x="19431" y="19304"/>
                    </a:cubicBezTo>
                    <a:cubicBezTo>
                      <a:pt x="16256" y="22479"/>
                      <a:pt x="13843" y="26035"/>
                      <a:pt x="12192" y="30099"/>
                    </a:cubicBezTo>
                    <a:cubicBezTo>
                      <a:pt x="10541" y="34163"/>
                      <a:pt x="9652" y="38481"/>
                      <a:pt x="9652" y="42799"/>
                    </a:cubicBezTo>
                    <a:cubicBezTo>
                      <a:pt x="9652" y="47244"/>
                      <a:pt x="10541" y="51435"/>
                      <a:pt x="12192" y="55499"/>
                    </a:cubicBezTo>
                    <a:cubicBezTo>
                      <a:pt x="13843" y="59563"/>
                      <a:pt x="16256" y="63246"/>
                      <a:pt x="19431" y="66294"/>
                    </a:cubicBezTo>
                    <a:lnTo>
                      <a:pt x="16002" y="69723"/>
                    </a:lnTo>
                    <a:lnTo>
                      <a:pt x="19431" y="66294"/>
                    </a:lnTo>
                    <a:cubicBezTo>
                      <a:pt x="22606" y="69469"/>
                      <a:pt x="26162" y="71882"/>
                      <a:pt x="30226" y="73533"/>
                    </a:cubicBezTo>
                    <a:lnTo>
                      <a:pt x="28448" y="77978"/>
                    </a:lnTo>
                    <a:lnTo>
                      <a:pt x="30226" y="73533"/>
                    </a:lnTo>
                    <a:cubicBezTo>
                      <a:pt x="34290" y="75184"/>
                      <a:pt x="38608" y="76073"/>
                      <a:pt x="42926" y="76073"/>
                    </a:cubicBezTo>
                    <a:lnTo>
                      <a:pt x="42926" y="80772"/>
                    </a:lnTo>
                    <a:lnTo>
                      <a:pt x="42926" y="76073"/>
                    </a:lnTo>
                    <a:cubicBezTo>
                      <a:pt x="47371" y="76073"/>
                      <a:pt x="51562" y="75184"/>
                      <a:pt x="55626" y="73533"/>
                    </a:cubicBezTo>
                    <a:lnTo>
                      <a:pt x="57404" y="77978"/>
                    </a:lnTo>
                    <a:lnTo>
                      <a:pt x="55626" y="73533"/>
                    </a:lnTo>
                    <a:cubicBezTo>
                      <a:pt x="59690" y="71882"/>
                      <a:pt x="63373" y="69469"/>
                      <a:pt x="66421" y="66294"/>
                    </a:cubicBezTo>
                    <a:lnTo>
                      <a:pt x="69850" y="69723"/>
                    </a:lnTo>
                    <a:lnTo>
                      <a:pt x="66421" y="66294"/>
                    </a:lnTo>
                    <a:cubicBezTo>
                      <a:pt x="69596" y="63119"/>
                      <a:pt x="72009" y="59563"/>
                      <a:pt x="73660" y="55499"/>
                    </a:cubicBezTo>
                    <a:cubicBezTo>
                      <a:pt x="75311" y="51435"/>
                      <a:pt x="76200" y="47117"/>
                      <a:pt x="76200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686516" y="2114910"/>
              <a:ext cx="119974" cy="119974"/>
              <a:chOff x="0" y="0"/>
              <a:chExt cx="85725" cy="8572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5852" cy="85725"/>
              </a:xfrm>
              <a:custGeom>
                <a:avLst/>
                <a:gdLst/>
                <a:ahLst/>
                <a:cxnLst/>
                <a:rect r="r" b="b" t="t" l="l"/>
                <a:pathLst>
                  <a:path h="85725" w="85852">
                    <a:moveTo>
                      <a:pt x="85725" y="42926"/>
                    </a:moveTo>
                    <a:cubicBezTo>
                      <a:pt x="85725" y="48641"/>
                      <a:pt x="84582" y="54102"/>
                      <a:pt x="82423" y="59309"/>
                    </a:cubicBezTo>
                    <a:lnTo>
                      <a:pt x="77978" y="57531"/>
                    </a:lnTo>
                    <a:lnTo>
                      <a:pt x="82423" y="59309"/>
                    </a:lnTo>
                    <a:cubicBezTo>
                      <a:pt x="80264" y="64516"/>
                      <a:pt x="77089" y="69215"/>
                      <a:pt x="73152" y="73152"/>
                    </a:cubicBezTo>
                    <a:cubicBezTo>
                      <a:pt x="69088" y="77216"/>
                      <a:pt x="64516" y="80264"/>
                      <a:pt x="59309" y="82423"/>
                    </a:cubicBezTo>
                    <a:cubicBezTo>
                      <a:pt x="54102" y="84582"/>
                      <a:pt x="48641" y="85725"/>
                      <a:pt x="42926" y="85725"/>
                    </a:cubicBezTo>
                    <a:cubicBezTo>
                      <a:pt x="37211" y="85725"/>
                      <a:pt x="31750" y="84582"/>
                      <a:pt x="26543" y="82423"/>
                    </a:cubicBezTo>
                    <a:cubicBezTo>
                      <a:pt x="21336" y="80264"/>
                      <a:pt x="16637" y="77089"/>
                      <a:pt x="12700" y="73152"/>
                    </a:cubicBezTo>
                    <a:cubicBezTo>
                      <a:pt x="8509" y="69088"/>
                      <a:pt x="5461" y="64516"/>
                      <a:pt x="3302" y="59309"/>
                    </a:cubicBezTo>
                    <a:lnTo>
                      <a:pt x="7620" y="57404"/>
                    </a:lnTo>
                    <a:lnTo>
                      <a:pt x="3302" y="59309"/>
                    </a:lnTo>
                    <a:cubicBezTo>
                      <a:pt x="1143" y="53975"/>
                      <a:pt x="0" y="48514"/>
                      <a:pt x="0" y="42799"/>
                    </a:cubicBezTo>
                    <a:lnTo>
                      <a:pt x="4699" y="42799"/>
                    </a:lnTo>
                    <a:lnTo>
                      <a:pt x="0" y="42799"/>
                    </a:lnTo>
                    <a:cubicBezTo>
                      <a:pt x="0" y="37084"/>
                      <a:pt x="1143" y="31623"/>
                      <a:pt x="3302" y="26416"/>
                    </a:cubicBezTo>
                    <a:lnTo>
                      <a:pt x="7747" y="28194"/>
                    </a:lnTo>
                    <a:lnTo>
                      <a:pt x="3302" y="26416"/>
                    </a:lnTo>
                    <a:cubicBezTo>
                      <a:pt x="5461" y="21209"/>
                      <a:pt x="8509" y="16510"/>
                      <a:pt x="12573" y="12573"/>
                    </a:cubicBezTo>
                    <a:lnTo>
                      <a:pt x="16002" y="16002"/>
                    </a:lnTo>
                    <a:lnTo>
                      <a:pt x="12573" y="12573"/>
                    </a:lnTo>
                    <a:cubicBezTo>
                      <a:pt x="16510" y="8509"/>
                      <a:pt x="21209" y="5461"/>
                      <a:pt x="26416" y="3302"/>
                    </a:cubicBezTo>
                    <a:lnTo>
                      <a:pt x="28321" y="7620"/>
                    </a:lnTo>
                    <a:lnTo>
                      <a:pt x="26416" y="3302"/>
                    </a:lnTo>
                    <a:cubicBezTo>
                      <a:pt x="31750" y="1143"/>
                      <a:pt x="37211" y="0"/>
                      <a:pt x="42926" y="0"/>
                    </a:cubicBezTo>
                    <a:lnTo>
                      <a:pt x="42926" y="4826"/>
                    </a:lnTo>
                    <a:lnTo>
                      <a:pt x="42926" y="0"/>
                    </a:lnTo>
                    <a:cubicBezTo>
                      <a:pt x="48641" y="0"/>
                      <a:pt x="54102" y="1143"/>
                      <a:pt x="59309" y="3302"/>
                    </a:cubicBezTo>
                    <a:lnTo>
                      <a:pt x="57404" y="7620"/>
                    </a:lnTo>
                    <a:lnTo>
                      <a:pt x="59309" y="3302"/>
                    </a:lnTo>
                    <a:cubicBezTo>
                      <a:pt x="64516" y="5461"/>
                      <a:pt x="69215" y="8636"/>
                      <a:pt x="73279" y="12573"/>
                    </a:cubicBezTo>
                    <a:lnTo>
                      <a:pt x="69850" y="16002"/>
                    </a:lnTo>
                    <a:lnTo>
                      <a:pt x="73279" y="12573"/>
                    </a:lnTo>
                    <a:cubicBezTo>
                      <a:pt x="77343" y="16637"/>
                      <a:pt x="80391" y="21209"/>
                      <a:pt x="82550" y="26416"/>
                    </a:cubicBezTo>
                    <a:lnTo>
                      <a:pt x="78105" y="28194"/>
                    </a:lnTo>
                    <a:lnTo>
                      <a:pt x="82550" y="26416"/>
                    </a:lnTo>
                    <a:cubicBezTo>
                      <a:pt x="84709" y="31623"/>
                      <a:pt x="85852" y="37084"/>
                      <a:pt x="85852" y="42799"/>
                    </a:cubicBezTo>
                    <a:moveTo>
                      <a:pt x="76200" y="42799"/>
                    </a:moveTo>
                    <a:lnTo>
                      <a:pt x="80899" y="42799"/>
                    </a:lnTo>
                    <a:lnTo>
                      <a:pt x="76200" y="42799"/>
                    </a:lnTo>
                    <a:cubicBezTo>
                      <a:pt x="76200" y="38354"/>
                      <a:pt x="75311" y="34163"/>
                      <a:pt x="73660" y="30099"/>
                    </a:cubicBezTo>
                    <a:cubicBezTo>
                      <a:pt x="72009" y="26035"/>
                      <a:pt x="69596" y="22352"/>
                      <a:pt x="66421" y="19304"/>
                    </a:cubicBezTo>
                    <a:cubicBezTo>
                      <a:pt x="63246" y="16129"/>
                      <a:pt x="59690" y="13716"/>
                      <a:pt x="55626" y="12065"/>
                    </a:cubicBezTo>
                    <a:cubicBezTo>
                      <a:pt x="51562" y="10414"/>
                      <a:pt x="47244" y="9525"/>
                      <a:pt x="42926" y="9525"/>
                    </a:cubicBezTo>
                    <a:cubicBezTo>
                      <a:pt x="38608" y="9525"/>
                      <a:pt x="34290" y="10414"/>
                      <a:pt x="30226" y="12065"/>
                    </a:cubicBezTo>
                    <a:cubicBezTo>
                      <a:pt x="26162" y="13716"/>
                      <a:pt x="22479" y="16129"/>
                      <a:pt x="19431" y="19304"/>
                    </a:cubicBezTo>
                    <a:cubicBezTo>
                      <a:pt x="16256" y="22479"/>
                      <a:pt x="13843" y="26035"/>
                      <a:pt x="12192" y="30099"/>
                    </a:cubicBezTo>
                    <a:cubicBezTo>
                      <a:pt x="10541" y="34163"/>
                      <a:pt x="9652" y="38481"/>
                      <a:pt x="9652" y="42799"/>
                    </a:cubicBezTo>
                    <a:cubicBezTo>
                      <a:pt x="9652" y="47244"/>
                      <a:pt x="10541" y="51435"/>
                      <a:pt x="12192" y="55499"/>
                    </a:cubicBezTo>
                    <a:cubicBezTo>
                      <a:pt x="13843" y="59563"/>
                      <a:pt x="16256" y="63246"/>
                      <a:pt x="19431" y="66294"/>
                    </a:cubicBezTo>
                    <a:lnTo>
                      <a:pt x="16002" y="69723"/>
                    </a:lnTo>
                    <a:lnTo>
                      <a:pt x="19431" y="66294"/>
                    </a:lnTo>
                    <a:cubicBezTo>
                      <a:pt x="22606" y="69469"/>
                      <a:pt x="26162" y="71882"/>
                      <a:pt x="30226" y="73533"/>
                    </a:cubicBezTo>
                    <a:lnTo>
                      <a:pt x="28448" y="77978"/>
                    </a:lnTo>
                    <a:lnTo>
                      <a:pt x="30226" y="73533"/>
                    </a:lnTo>
                    <a:cubicBezTo>
                      <a:pt x="34290" y="75184"/>
                      <a:pt x="38608" y="76073"/>
                      <a:pt x="42926" y="76073"/>
                    </a:cubicBezTo>
                    <a:lnTo>
                      <a:pt x="42926" y="80772"/>
                    </a:lnTo>
                    <a:lnTo>
                      <a:pt x="42926" y="76073"/>
                    </a:lnTo>
                    <a:cubicBezTo>
                      <a:pt x="47371" y="76073"/>
                      <a:pt x="51562" y="75184"/>
                      <a:pt x="55626" y="73533"/>
                    </a:cubicBezTo>
                    <a:lnTo>
                      <a:pt x="57404" y="77978"/>
                    </a:lnTo>
                    <a:lnTo>
                      <a:pt x="55626" y="73533"/>
                    </a:lnTo>
                    <a:cubicBezTo>
                      <a:pt x="59690" y="71882"/>
                      <a:pt x="63373" y="69469"/>
                      <a:pt x="66421" y="66294"/>
                    </a:cubicBezTo>
                    <a:lnTo>
                      <a:pt x="69850" y="69723"/>
                    </a:lnTo>
                    <a:lnTo>
                      <a:pt x="66421" y="66294"/>
                    </a:lnTo>
                    <a:cubicBezTo>
                      <a:pt x="69596" y="63119"/>
                      <a:pt x="72009" y="59563"/>
                      <a:pt x="73660" y="55499"/>
                    </a:cubicBezTo>
                    <a:cubicBezTo>
                      <a:pt x="75311" y="51435"/>
                      <a:pt x="76200" y="47117"/>
                      <a:pt x="76200" y="42799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333260" y="-57150"/>
              <a:ext cx="4065619" cy="536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b="true" sz="236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Detailed Explanation: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33260" y="5461641"/>
              <a:ext cx="4931456" cy="536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b="true" sz="236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Innovation &amp; Uniqueness: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33260" y="3342105"/>
              <a:ext cx="5820956" cy="536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b="true" sz="236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it addresses the problem: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99781" y="6127501"/>
              <a:ext cx="21391967" cy="2359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b="true" sz="220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 Fusion MLP:</a:t>
              </a: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We strip the classification heads off both models, concatenate their latent representations, and pass them through a deep Multi-Layer Perceptron (MLP) with SiLU activations.</a:t>
              </a:r>
            </a:p>
            <a:p>
              <a:pPr algn="l">
                <a:lnSpc>
                  <a:spcPts val="5195"/>
                </a:lnSpc>
              </a:pPr>
              <a:r>
                <a:rPr lang="en-US" b="true" sz="220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Test-Time Augmentation (TTA):</a:t>
              </a: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The model employs dynamic horizontal flipping during live inference, averaging predictions to</a:t>
              </a:r>
            </a:p>
            <a:p>
              <a:pPr algn="l">
                <a:lnSpc>
                  <a:spcPts val="1417"/>
                </a:lnSpc>
              </a:pP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drastically reduce error margins (MAE).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999781" y="608710"/>
              <a:ext cx="21850067" cy="2359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b="true" sz="220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Dual-Stream Architecture:</a:t>
              </a: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We engineered a two-stream neural network that simultaneously processes Brightness Temperature (IR) and RAW Visible satellite imagery to estimate cyclone wind speeds.</a:t>
              </a:r>
            </a:p>
            <a:p>
              <a:pPr algn="l">
                <a:lnSpc>
                  <a:spcPts val="5195"/>
                </a:lnSpc>
              </a:pPr>
              <a:r>
                <a:rPr lang="en-US" b="true" sz="220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Extraction:</a:t>
              </a: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Utilizes a </a:t>
              </a:r>
              <a:r>
                <a:rPr lang="en-US" b="true" sz="220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Swin Transformer (Tiny)</a:t>
              </a: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to capture global thermal gradients from IR data, and </a:t>
              </a:r>
              <a:r>
                <a:rPr lang="en-US" b="true" sz="220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EfficientNet-B0</a:t>
              </a: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to</a:t>
              </a:r>
            </a:p>
            <a:p>
              <a:pPr algn="l">
                <a:lnSpc>
                  <a:spcPts val="1417"/>
                </a:lnSpc>
              </a:pP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extract localized cloud structures from visible imagery.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999781" y="4007965"/>
              <a:ext cx="21924850" cy="1092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sz="2204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Replaces subjective manual chart analysis with an objective, automated intensity estimation pipeline that outputs exact continuous wind speed (in knots).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5087600" y="0"/>
            <a:ext cx="3120959" cy="1577818"/>
          </a:xfrm>
          <a:custGeom>
            <a:avLst/>
            <a:gdLst/>
            <a:ahLst/>
            <a:cxnLst/>
            <a:rect r="r" b="b" t="t" l="l"/>
            <a:pathLst>
              <a:path h="1577818" w="3120959">
                <a:moveTo>
                  <a:pt x="0" y="0"/>
                </a:moveTo>
                <a:lnTo>
                  <a:pt x="3120959" y="0"/>
                </a:lnTo>
                <a:lnTo>
                  <a:pt x="3120959" y="1577818"/>
                </a:lnTo>
                <a:lnTo>
                  <a:pt x="0" y="1577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4509613" y="1541747"/>
            <a:ext cx="9731375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Neural Engine for Tropical Recognition and Analysis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4484" y="1999738"/>
            <a:ext cx="16028834" cy="3269081"/>
            <a:chOff x="0" y="0"/>
            <a:chExt cx="21371779" cy="43587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158381"/>
              <a:ext cx="161554" cy="161554"/>
              <a:chOff x="0" y="0"/>
              <a:chExt cx="104775" cy="1047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127"/>
                <a:ext cx="104775" cy="104394"/>
              </a:xfrm>
              <a:custGeom>
                <a:avLst/>
                <a:gdLst/>
                <a:ahLst/>
                <a:cxnLst/>
                <a:rect r="r" b="b" t="t" l="l"/>
                <a:pathLst>
                  <a:path h="104394" w="104775">
                    <a:moveTo>
                      <a:pt x="104775" y="52197"/>
                    </a:moveTo>
                    <a:cubicBezTo>
                      <a:pt x="104775" y="55626"/>
                      <a:pt x="104394" y="59055"/>
                      <a:pt x="103759" y="62357"/>
                    </a:cubicBezTo>
                    <a:cubicBezTo>
                      <a:pt x="103124" y="65659"/>
                      <a:pt x="102108" y="68961"/>
                      <a:pt x="100838" y="72136"/>
                    </a:cubicBezTo>
                    <a:cubicBezTo>
                      <a:pt x="99568" y="75311"/>
                      <a:pt x="97917" y="78359"/>
                      <a:pt x="96012" y="81153"/>
                    </a:cubicBezTo>
                    <a:cubicBezTo>
                      <a:pt x="94107" y="83947"/>
                      <a:pt x="91948" y="86614"/>
                      <a:pt x="89535" y="89154"/>
                    </a:cubicBezTo>
                    <a:cubicBezTo>
                      <a:pt x="87122" y="91694"/>
                      <a:pt x="84455" y="93726"/>
                      <a:pt x="81534" y="95631"/>
                    </a:cubicBezTo>
                    <a:cubicBezTo>
                      <a:pt x="78613" y="97536"/>
                      <a:pt x="75692" y="99187"/>
                      <a:pt x="72517" y="100457"/>
                    </a:cubicBezTo>
                    <a:cubicBezTo>
                      <a:pt x="69342" y="101727"/>
                      <a:pt x="66040" y="102743"/>
                      <a:pt x="62738" y="103378"/>
                    </a:cubicBezTo>
                    <a:cubicBezTo>
                      <a:pt x="59436" y="104013"/>
                      <a:pt x="56007" y="104394"/>
                      <a:pt x="52578" y="104394"/>
                    </a:cubicBezTo>
                    <a:cubicBezTo>
                      <a:pt x="49149" y="104394"/>
                      <a:pt x="45720" y="104013"/>
                      <a:pt x="42418" y="103378"/>
                    </a:cubicBezTo>
                    <a:cubicBezTo>
                      <a:pt x="39116" y="102743"/>
                      <a:pt x="35814" y="101727"/>
                      <a:pt x="32639" y="100457"/>
                    </a:cubicBezTo>
                    <a:cubicBezTo>
                      <a:pt x="29464" y="99187"/>
                      <a:pt x="26416" y="97536"/>
                      <a:pt x="23622" y="95631"/>
                    </a:cubicBezTo>
                    <a:cubicBezTo>
                      <a:pt x="20828" y="93726"/>
                      <a:pt x="18161" y="91567"/>
                      <a:pt x="15621" y="89154"/>
                    </a:cubicBezTo>
                    <a:cubicBezTo>
                      <a:pt x="13081" y="86741"/>
                      <a:pt x="11049" y="84074"/>
                      <a:pt x="9144" y="81153"/>
                    </a:cubicBezTo>
                    <a:cubicBezTo>
                      <a:pt x="7239" y="78232"/>
                      <a:pt x="5334" y="75438"/>
                      <a:pt x="3937" y="72263"/>
                    </a:cubicBezTo>
                    <a:cubicBezTo>
                      <a:pt x="2540" y="69088"/>
                      <a:pt x="1651" y="65786"/>
                      <a:pt x="1016" y="62484"/>
                    </a:cubicBezTo>
                    <a:cubicBezTo>
                      <a:pt x="381" y="59182"/>
                      <a:pt x="0" y="55753"/>
                      <a:pt x="0" y="52197"/>
                    </a:cubicBezTo>
                    <a:cubicBezTo>
                      <a:pt x="0" y="48641"/>
                      <a:pt x="381" y="45339"/>
                      <a:pt x="1016" y="41910"/>
                    </a:cubicBezTo>
                    <a:cubicBezTo>
                      <a:pt x="1651" y="38481"/>
                      <a:pt x="2667" y="35306"/>
                      <a:pt x="3937" y="32131"/>
                    </a:cubicBezTo>
                    <a:cubicBezTo>
                      <a:pt x="5207" y="28956"/>
                      <a:pt x="6858" y="25908"/>
                      <a:pt x="8763" y="23114"/>
                    </a:cubicBezTo>
                    <a:cubicBezTo>
                      <a:pt x="10668" y="20320"/>
                      <a:pt x="12827" y="17653"/>
                      <a:pt x="15240" y="15240"/>
                    </a:cubicBezTo>
                    <a:cubicBezTo>
                      <a:pt x="17653" y="12827"/>
                      <a:pt x="20320" y="10668"/>
                      <a:pt x="23241" y="8763"/>
                    </a:cubicBezTo>
                    <a:cubicBezTo>
                      <a:pt x="26162" y="6858"/>
                      <a:pt x="29083" y="5207"/>
                      <a:pt x="32258" y="3937"/>
                    </a:cubicBezTo>
                    <a:cubicBezTo>
                      <a:pt x="35433" y="2667"/>
                      <a:pt x="38735" y="1651"/>
                      <a:pt x="42037" y="1016"/>
                    </a:cubicBezTo>
                    <a:cubicBezTo>
                      <a:pt x="45339" y="381"/>
                      <a:pt x="48768" y="0"/>
                      <a:pt x="52197" y="0"/>
                    </a:cubicBezTo>
                    <a:cubicBezTo>
                      <a:pt x="55626" y="0"/>
                      <a:pt x="59055" y="381"/>
                      <a:pt x="62357" y="1016"/>
                    </a:cubicBezTo>
                    <a:cubicBezTo>
                      <a:pt x="65659" y="1651"/>
                      <a:pt x="68961" y="2667"/>
                      <a:pt x="72136" y="3937"/>
                    </a:cubicBezTo>
                    <a:cubicBezTo>
                      <a:pt x="75311" y="5207"/>
                      <a:pt x="78359" y="6858"/>
                      <a:pt x="81153" y="8763"/>
                    </a:cubicBezTo>
                    <a:cubicBezTo>
                      <a:pt x="83947" y="10668"/>
                      <a:pt x="86614" y="12827"/>
                      <a:pt x="89154" y="15240"/>
                    </a:cubicBezTo>
                    <a:cubicBezTo>
                      <a:pt x="91694" y="17653"/>
                      <a:pt x="93726" y="20320"/>
                      <a:pt x="95631" y="23114"/>
                    </a:cubicBezTo>
                    <a:cubicBezTo>
                      <a:pt x="97536" y="25908"/>
                      <a:pt x="99187" y="28956"/>
                      <a:pt x="100457" y="32131"/>
                    </a:cubicBezTo>
                    <a:cubicBezTo>
                      <a:pt x="101727" y="35306"/>
                      <a:pt x="102743" y="38608"/>
                      <a:pt x="103378" y="41910"/>
                    </a:cubicBezTo>
                    <a:cubicBezTo>
                      <a:pt x="104013" y="45212"/>
                      <a:pt x="104394" y="48641"/>
                      <a:pt x="104394" y="52197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197221"/>
              <a:ext cx="161554" cy="161554"/>
              <a:chOff x="0" y="0"/>
              <a:chExt cx="104775" cy="10477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254"/>
                <a:ext cx="104775" cy="104267"/>
              </a:xfrm>
              <a:custGeom>
                <a:avLst/>
                <a:gdLst/>
                <a:ahLst/>
                <a:cxnLst/>
                <a:rect r="r" b="b" t="t" l="l"/>
                <a:pathLst>
                  <a:path h="104267" w="104775">
                    <a:moveTo>
                      <a:pt x="104775" y="52070"/>
                    </a:moveTo>
                    <a:cubicBezTo>
                      <a:pt x="104775" y="55499"/>
                      <a:pt x="104394" y="58928"/>
                      <a:pt x="103759" y="62230"/>
                    </a:cubicBezTo>
                    <a:cubicBezTo>
                      <a:pt x="103124" y="65532"/>
                      <a:pt x="102108" y="68834"/>
                      <a:pt x="100838" y="72009"/>
                    </a:cubicBezTo>
                    <a:cubicBezTo>
                      <a:pt x="99568" y="75184"/>
                      <a:pt x="97917" y="78232"/>
                      <a:pt x="96012" y="81026"/>
                    </a:cubicBezTo>
                    <a:cubicBezTo>
                      <a:pt x="94107" y="83820"/>
                      <a:pt x="91948" y="86487"/>
                      <a:pt x="89535" y="89027"/>
                    </a:cubicBezTo>
                    <a:cubicBezTo>
                      <a:pt x="87122" y="91567"/>
                      <a:pt x="84455" y="93599"/>
                      <a:pt x="81534" y="95504"/>
                    </a:cubicBezTo>
                    <a:cubicBezTo>
                      <a:pt x="78613" y="97409"/>
                      <a:pt x="75692" y="99060"/>
                      <a:pt x="72517" y="100330"/>
                    </a:cubicBezTo>
                    <a:cubicBezTo>
                      <a:pt x="69342" y="101600"/>
                      <a:pt x="66040" y="102616"/>
                      <a:pt x="62738" y="103251"/>
                    </a:cubicBezTo>
                    <a:cubicBezTo>
                      <a:pt x="59436" y="103886"/>
                      <a:pt x="56007" y="104267"/>
                      <a:pt x="52578" y="104267"/>
                    </a:cubicBezTo>
                    <a:cubicBezTo>
                      <a:pt x="49149" y="104267"/>
                      <a:pt x="45720" y="103886"/>
                      <a:pt x="42418" y="103251"/>
                    </a:cubicBezTo>
                    <a:cubicBezTo>
                      <a:pt x="39116" y="102616"/>
                      <a:pt x="35814" y="101600"/>
                      <a:pt x="32639" y="100330"/>
                    </a:cubicBezTo>
                    <a:cubicBezTo>
                      <a:pt x="29464" y="99060"/>
                      <a:pt x="26416" y="97409"/>
                      <a:pt x="23622" y="95504"/>
                    </a:cubicBezTo>
                    <a:cubicBezTo>
                      <a:pt x="20828" y="93599"/>
                      <a:pt x="18161" y="91440"/>
                      <a:pt x="15621" y="89027"/>
                    </a:cubicBezTo>
                    <a:cubicBezTo>
                      <a:pt x="13081" y="86614"/>
                      <a:pt x="11049" y="83947"/>
                      <a:pt x="9144" y="81026"/>
                    </a:cubicBezTo>
                    <a:cubicBezTo>
                      <a:pt x="7239" y="78105"/>
                      <a:pt x="5334" y="75311"/>
                      <a:pt x="3937" y="72136"/>
                    </a:cubicBezTo>
                    <a:cubicBezTo>
                      <a:pt x="2540" y="68961"/>
                      <a:pt x="1651" y="65786"/>
                      <a:pt x="1016" y="62357"/>
                    </a:cubicBezTo>
                    <a:cubicBezTo>
                      <a:pt x="381" y="58928"/>
                      <a:pt x="0" y="55626"/>
                      <a:pt x="0" y="52070"/>
                    </a:cubicBezTo>
                    <a:cubicBezTo>
                      <a:pt x="0" y="48514"/>
                      <a:pt x="381" y="45212"/>
                      <a:pt x="1016" y="41910"/>
                    </a:cubicBezTo>
                    <a:cubicBezTo>
                      <a:pt x="1651" y="38608"/>
                      <a:pt x="2667" y="35306"/>
                      <a:pt x="3937" y="32131"/>
                    </a:cubicBezTo>
                    <a:cubicBezTo>
                      <a:pt x="5207" y="28956"/>
                      <a:pt x="6858" y="25908"/>
                      <a:pt x="8763" y="23114"/>
                    </a:cubicBezTo>
                    <a:cubicBezTo>
                      <a:pt x="10668" y="20320"/>
                      <a:pt x="12827" y="17653"/>
                      <a:pt x="15240" y="15240"/>
                    </a:cubicBezTo>
                    <a:cubicBezTo>
                      <a:pt x="17653" y="12827"/>
                      <a:pt x="20320" y="10668"/>
                      <a:pt x="23241" y="8763"/>
                    </a:cubicBezTo>
                    <a:cubicBezTo>
                      <a:pt x="26162" y="6858"/>
                      <a:pt x="29083" y="5207"/>
                      <a:pt x="32258" y="3937"/>
                    </a:cubicBezTo>
                    <a:cubicBezTo>
                      <a:pt x="35433" y="2667"/>
                      <a:pt x="38735" y="1651"/>
                      <a:pt x="42037" y="1016"/>
                    </a:cubicBezTo>
                    <a:cubicBezTo>
                      <a:pt x="45339" y="381"/>
                      <a:pt x="48768" y="0"/>
                      <a:pt x="52197" y="0"/>
                    </a:cubicBezTo>
                    <a:cubicBezTo>
                      <a:pt x="55626" y="0"/>
                      <a:pt x="59055" y="381"/>
                      <a:pt x="62357" y="1016"/>
                    </a:cubicBezTo>
                    <a:cubicBezTo>
                      <a:pt x="65659" y="1651"/>
                      <a:pt x="68961" y="2667"/>
                      <a:pt x="72136" y="3937"/>
                    </a:cubicBezTo>
                    <a:cubicBezTo>
                      <a:pt x="75311" y="5207"/>
                      <a:pt x="78359" y="6858"/>
                      <a:pt x="81153" y="8763"/>
                    </a:cubicBezTo>
                    <a:cubicBezTo>
                      <a:pt x="83947" y="10668"/>
                      <a:pt x="86614" y="12827"/>
                      <a:pt x="89154" y="15240"/>
                    </a:cubicBezTo>
                    <a:cubicBezTo>
                      <a:pt x="91694" y="17653"/>
                      <a:pt x="93726" y="20320"/>
                      <a:pt x="95631" y="23241"/>
                    </a:cubicBezTo>
                    <a:cubicBezTo>
                      <a:pt x="97536" y="26162"/>
                      <a:pt x="99187" y="29083"/>
                      <a:pt x="100457" y="32258"/>
                    </a:cubicBezTo>
                    <a:cubicBezTo>
                      <a:pt x="101727" y="35433"/>
                      <a:pt x="102743" y="38735"/>
                      <a:pt x="103378" y="42037"/>
                    </a:cubicBezTo>
                    <a:cubicBezTo>
                      <a:pt x="104013" y="45339"/>
                      <a:pt x="104394" y="48768"/>
                      <a:pt x="104394" y="52197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71051" y="1090986"/>
              <a:ext cx="161554" cy="161554"/>
              <a:chOff x="0" y="0"/>
              <a:chExt cx="104775" cy="1047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4775" cy="104775"/>
              </a:xfrm>
              <a:custGeom>
                <a:avLst/>
                <a:gdLst/>
                <a:ahLst/>
                <a:cxnLst/>
                <a:rect r="r" b="b" t="t" l="l"/>
                <a:pathLst>
                  <a:path h="104775" w="104775">
                    <a:moveTo>
                      <a:pt x="104775" y="52451"/>
                    </a:moveTo>
                    <a:cubicBezTo>
                      <a:pt x="104775" y="59436"/>
                      <a:pt x="103505" y="66040"/>
                      <a:pt x="100838" y="72517"/>
                    </a:cubicBezTo>
                    <a:lnTo>
                      <a:pt x="96393" y="70739"/>
                    </a:lnTo>
                    <a:lnTo>
                      <a:pt x="100838" y="72517"/>
                    </a:lnTo>
                    <a:cubicBezTo>
                      <a:pt x="98171" y="78867"/>
                      <a:pt x="94361" y="84582"/>
                      <a:pt x="89535" y="89535"/>
                    </a:cubicBezTo>
                    <a:cubicBezTo>
                      <a:pt x="84582" y="94488"/>
                      <a:pt x="78994" y="98171"/>
                      <a:pt x="72517" y="100838"/>
                    </a:cubicBezTo>
                    <a:lnTo>
                      <a:pt x="70739" y="96393"/>
                    </a:lnTo>
                    <a:lnTo>
                      <a:pt x="72517" y="100838"/>
                    </a:lnTo>
                    <a:cubicBezTo>
                      <a:pt x="66167" y="103505"/>
                      <a:pt x="59436" y="104775"/>
                      <a:pt x="52451" y="104775"/>
                    </a:cubicBezTo>
                    <a:cubicBezTo>
                      <a:pt x="45466" y="104775"/>
                      <a:pt x="38862" y="103378"/>
                      <a:pt x="32385" y="100838"/>
                    </a:cubicBezTo>
                    <a:lnTo>
                      <a:pt x="34163" y="96393"/>
                    </a:lnTo>
                    <a:lnTo>
                      <a:pt x="32385" y="100838"/>
                    </a:lnTo>
                    <a:cubicBezTo>
                      <a:pt x="26035" y="98171"/>
                      <a:pt x="20320" y="94361"/>
                      <a:pt x="15367" y="89535"/>
                    </a:cubicBezTo>
                    <a:cubicBezTo>
                      <a:pt x="10414" y="84455"/>
                      <a:pt x="6604" y="78867"/>
                      <a:pt x="3937" y="72390"/>
                    </a:cubicBezTo>
                    <a:lnTo>
                      <a:pt x="8382" y="70612"/>
                    </a:lnTo>
                    <a:lnTo>
                      <a:pt x="3937" y="72390"/>
                    </a:lnTo>
                    <a:cubicBezTo>
                      <a:pt x="1270" y="66040"/>
                      <a:pt x="0" y="59309"/>
                      <a:pt x="0" y="52324"/>
                    </a:cubicBezTo>
                    <a:lnTo>
                      <a:pt x="4699" y="52324"/>
                    </a:lnTo>
                    <a:lnTo>
                      <a:pt x="0" y="52324"/>
                    </a:lnTo>
                    <a:cubicBezTo>
                      <a:pt x="0" y="45339"/>
                      <a:pt x="1270" y="38735"/>
                      <a:pt x="3937" y="32258"/>
                    </a:cubicBezTo>
                    <a:lnTo>
                      <a:pt x="8382" y="34036"/>
                    </a:lnTo>
                    <a:lnTo>
                      <a:pt x="3937" y="32258"/>
                    </a:lnTo>
                    <a:cubicBezTo>
                      <a:pt x="6604" y="25908"/>
                      <a:pt x="10414" y="20193"/>
                      <a:pt x="15240" y="15240"/>
                    </a:cubicBezTo>
                    <a:lnTo>
                      <a:pt x="18669" y="18669"/>
                    </a:lnTo>
                    <a:lnTo>
                      <a:pt x="15240" y="15240"/>
                    </a:lnTo>
                    <a:cubicBezTo>
                      <a:pt x="20193" y="10414"/>
                      <a:pt x="25908" y="6604"/>
                      <a:pt x="32385" y="3937"/>
                    </a:cubicBezTo>
                    <a:lnTo>
                      <a:pt x="34163" y="8382"/>
                    </a:lnTo>
                    <a:lnTo>
                      <a:pt x="32385" y="3937"/>
                    </a:lnTo>
                    <a:cubicBezTo>
                      <a:pt x="38735" y="1270"/>
                      <a:pt x="45466" y="0"/>
                      <a:pt x="52451" y="0"/>
                    </a:cubicBezTo>
                    <a:lnTo>
                      <a:pt x="52451" y="4826"/>
                    </a:lnTo>
                    <a:lnTo>
                      <a:pt x="52451" y="0"/>
                    </a:lnTo>
                    <a:cubicBezTo>
                      <a:pt x="59309" y="0"/>
                      <a:pt x="66040" y="1270"/>
                      <a:pt x="72390" y="3937"/>
                    </a:cubicBezTo>
                    <a:lnTo>
                      <a:pt x="70612" y="8382"/>
                    </a:lnTo>
                    <a:lnTo>
                      <a:pt x="72390" y="3937"/>
                    </a:lnTo>
                    <a:cubicBezTo>
                      <a:pt x="78740" y="6604"/>
                      <a:pt x="84455" y="10414"/>
                      <a:pt x="89408" y="15240"/>
                    </a:cubicBezTo>
                    <a:lnTo>
                      <a:pt x="85979" y="18669"/>
                    </a:lnTo>
                    <a:lnTo>
                      <a:pt x="89408" y="15240"/>
                    </a:lnTo>
                    <a:cubicBezTo>
                      <a:pt x="94361" y="20193"/>
                      <a:pt x="98171" y="25781"/>
                      <a:pt x="100711" y="32258"/>
                    </a:cubicBezTo>
                    <a:lnTo>
                      <a:pt x="96266" y="34036"/>
                    </a:lnTo>
                    <a:lnTo>
                      <a:pt x="100711" y="32258"/>
                    </a:lnTo>
                    <a:cubicBezTo>
                      <a:pt x="103378" y="38608"/>
                      <a:pt x="104648" y="45339"/>
                      <a:pt x="104648" y="52324"/>
                    </a:cubicBezTo>
                    <a:moveTo>
                      <a:pt x="95123" y="52324"/>
                    </a:moveTo>
                    <a:lnTo>
                      <a:pt x="99822" y="52324"/>
                    </a:lnTo>
                    <a:lnTo>
                      <a:pt x="95123" y="52324"/>
                    </a:lnTo>
                    <a:cubicBezTo>
                      <a:pt x="95123" y="46609"/>
                      <a:pt x="93980" y="41148"/>
                      <a:pt x="91821" y="35941"/>
                    </a:cubicBezTo>
                    <a:cubicBezTo>
                      <a:pt x="89662" y="30734"/>
                      <a:pt x="86614" y="26035"/>
                      <a:pt x="82550" y="22098"/>
                    </a:cubicBezTo>
                    <a:cubicBezTo>
                      <a:pt x="78486" y="18034"/>
                      <a:pt x="73914" y="14986"/>
                      <a:pt x="68707" y="12827"/>
                    </a:cubicBezTo>
                    <a:cubicBezTo>
                      <a:pt x="63500" y="10668"/>
                      <a:pt x="58039" y="9525"/>
                      <a:pt x="52451" y="9525"/>
                    </a:cubicBezTo>
                    <a:cubicBezTo>
                      <a:pt x="46863" y="9525"/>
                      <a:pt x="41275" y="10668"/>
                      <a:pt x="36068" y="12827"/>
                    </a:cubicBezTo>
                    <a:cubicBezTo>
                      <a:pt x="30861" y="14986"/>
                      <a:pt x="26162" y="18034"/>
                      <a:pt x="22225" y="22098"/>
                    </a:cubicBezTo>
                    <a:cubicBezTo>
                      <a:pt x="18161" y="26162"/>
                      <a:pt x="15113" y="30734"/>
                      <a:pt x="12954" y="35941"/>
                    </a:cubicBezTo>
                    <a:cubicBezTo>
                      <a:pt x="10795" y="41148"/>
                      <a:pt x="9525" y="46736"/>
                      <a:pt x="9525" y="52324"/>
                    </a:cubicBezTo>
                    <a:cubicBezTo>
                      <a:pt x="9525" y="58039"/>
                      <a:pt x="10668" y="63500"/>
                      <a:pt x="12827" y="68707"/>
                    </a:cubicBezTo>
                    <a:cubicBezTo>
                      <a:pt x="14986" y="73914"/>
                      <a:pt x="18034" y="78613"/>
                      <a:pt x="22098" y="82677"/>
                    </a:cubicBezTo>
                    <a:lnTo>
                      <a:pt x="18669" y="86106"/>
                    </a:lnTo>
                    <a:lnTo>
                      <a:pt x="22098" y="82677"/>
                    </a:lnTo>
                    <a:cubicBezTo>
                      <a:pt x="26162" y="86741"/>
                      <a:pt x="30734" y="89789"/>
                      <a:pt x="35941" y="91948"/>
                    </a:cubicBezTo>
                    <a:cubicBezTo>
                      <a:pt x="41148" y="94107"/>
                      <a:pt x="46609" y="95250"/>
                      <a:pt x="52324" y="95250"/>
                    </a:cubicBezTo>
                    <a:lnTo>
                      <a:pt x="52324" y="99949"/>
                    </a:lnTo>
                    <a:lnTo>
                      <a:pt x="52324" y="95250"/>
                    </a:lnTo>
                    <a:cubicBezTo>
                      <a:pt x="58039" y="95250"/>
                      <a:pt x="63500" y="94107"/>
                      <a:pt x="68707" y="91948"/>
                    </a:cubicBezTo>
                    <a:cubicBezTo>
                      <a:pt x="73914" y="89789"/>
                      <a:pt x="78613" y="86741"/>
                      <a:pt x="82550" y="82677"/>
                    </a:cubicBezTo>
                    <a:lnTo>
                      <a:pt x="85979" y="86106"/>
                    </a:lnTo>
                    <a:lnTo>
                      <a:pt x="82550" y="82677"/>
                    </a:lnTo>
                    <a:cubicBezTo>
                      <a:pt x="86614" y="78613"/>
                      <a:pt x="89662" y="74041"/>
                      <a:pt x="91821" y="68707"/>
                    </a:cubicBezTo>
                    <a:cubicBezTo>
                      <a:pt x="93980" y="63373"/>
                      <a:pt x="95123" y="58039"/>
                      <a:pt x="95123" y="52324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771051" y="2045621"/>
              <a:ext cx="161554" cy="161554"/>
              <a:chOff x="0" y="0"/>
              <a:chExt cx="104775" cy="1047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4775" cy="104775"/>
              </a:xfrm>
              <a:custGeom>
                <a:avLst/>
                <a:gdLst/>
                <a:ahLst/>
                <a:cxnLst/>
                <a:rect r="r" b="b" t="t" l="l"/>
                <a:pathLst>
                  <a:path h="104775" w="104775">
                    <a:moveTo>
                      <a:pt x="104775" y="52451"/>
                    </a:moveTo>
                    <a:cubicBezTo>
                      <a:pt x="104775" y="59436"/>
                      <a:pt x="103505" y="66040"/>
                      <a:pt x="100838" y="72517"/>
                    </a:cubicBezTo>
                    <a:lnTo>
                      <a:pt x="96393" y="70739"/>
                    </a:lnTo>
                    <a:lnTo>
                      <a:pt x="100838" y="72517"/>
                    </a:lnTo>
                    <a:cubicBezTo>
                      <a:pt x="98171" y="78994"/>
                      <a:pt x="94361" y="84582"/>
                      <a:pt x="89535" y="89535"/>
                    </a:cubicBezTo>
                    <a:cubicBezTo>
                      <a:pt x="84582" y="94488"/>
                      <a:pt x="78994" y="98171"/>
                      <a:pt x="72517" y="100838"/>
                    </a:cubicBezTo>
                    <a:lnTo>
                      <a:pt x="70739" y="96393"/>
                    </a:lnTo>
                    <a:lnTo>
                      <a:pt x="72517" y="100838"/>
                    </a:lnTo>
                    <a:cubicBezTo>
                      <a:pt x="66167" y="103505"/>
                      <a:pt x="59436" y="104775"/>
                      <a:pt x="52451" y="104775"/>
                    </a:cubicBezTo>
                    <a:cubicBezTo>
                      <a:pt x="45466" y="104775"/>
                      <a:pt x="38862" y="103378"/>
                      <a:pt x="32385" y="100838"/>
                    </a:cubicBezTo>
                    <a:lnTo>
                      <a:pt x="34163" y="96393"/>
                    </a:lnTo>
                    <a:lnTo>
                      <a:pt x="32385" y="100838"/>
                    </a:lnTo>
                    <a:cubicBezTo>
                      <a:pt x="26035" y="98171"/>
                      <a:pt x="20320" y="94361"/>
                      <a:pt x="15367" y="89535"/>
                    </a:cubicBezTo>
                    <a:cubicBezTo>
                      <a:pt x="10414" y="84582"/>
                      <a:pt x="6604" y="78867"/>
                      <a:pt x="3937" y="72390"/>
                    </a:cubicBezTo>
                    <a:lnTo>
                      <a:pt x="8382" y="70612"/>
                    </a:lnTo>
                    <a:lnTo>
                      <a:pt x="3937" y="72390"/>
                    </a:lnTo>
                    <a:cubicBezTo>
                      <a:pt x="1270" y="66040"/>
                      <a:pt x="0" y="59309"/>
                      <a:pt x="0" y="52324"/>
                    </a:cubicBezTo>
                    <a:lnTo>
                      <a:pt x="4699" y="52324"/>
                    </a:lnTo>
                    <a:lnTo>
                      <a:pt x="0" y="52324"/>
                    </a:lnTo>
                    <a:cubicBezTo>
                      <a:pt x="0" y="45339"/>
                      <a:pt x="1270" y="38735"/>
                      <a:pt x="3937" y="32258"/>
                    </a:cubicBezTo>
                    <a:lnTo>
                      <a:pt x="8382" y="34036"/>
                    </a:lnTo>
                    <a:lnTo>
                      <a:pt x="3937" y="32258"/>
                    </a:lnTo>
                    <a:cubicBezTo>
                      <a:pt x="6604" y="25908"/>
                      <a:pt x="10414" y="20193"/>
                      <a:pt x="15240" y="15240"/>
                    </a:cubicBezTo>
                    <a:lnTo>
                      <a:pt x="18669" y="18669"/>
                    </a:lnTo>
                    <a:lnTo>
                      <a:pt x="15240" y="15240"/>
                    </a:lnTo>
                    <a:cubicBezTo>
                      <a:pt x="20193" y="10414"/>
                      <a:pt x="25908" y="6604"/>
                      <a:pt x="32385" y="3937"/>
                    </a:cubicBezTo>
                    <a:lnTo>
                      <a:pt x="34163" y="8382"/>
                    </a:lnTo>
                    <a:lnTo>
                      <a:pt x="32385" y="3937"/>
                    </a:lnTo>
                    <a:cubicBezTo>
                      <a:pt x="38735" y="1270"/>
                      <a:pt x="45466" y="0"/>
                      <a:pt x="52451" y="0"/>
                    </a:cubicBezTo>
                    <a:lnTo>
                      <a:pt x="52451" y="4826"/>
                    </a:lnTo>
                    <a:lnTo>
                      <a:pt x="52451" y="0"/>
                    </a:lnTo>
                    <a:cubicBezTo>
                      <a:pt x="59309" y="0"/>
                      <a:pt x="66040" y="1270"/>
                      <a:pt x="72390" y="3937"/>
                    </a:cubicBezTo>
                    <a:lnTo>
                      <a:pt x="70612" y="8382"/>
                    </a:lnTo>
                    <a:lnTo>
                      <a:pt x="72390" y="3937"/>
                    </a:lnTo>
                    <a:cubicBezTo>
                      <a:pt x="78740" y="6604"/>
                      <a:pt x="84455" y="10414"/>
                      <a:pt x="89408" y="15240"/>
                    </a:cubicBezTo>
                    <a:lnTo>
                      <a:pt x="85979" y="18669"/>
                    </a:lnTo>
                    <a:lnTo>
                      <a:pt x="89408" y="15240"/>
                    </a:lnTo>
                    <a:cubicBezTo>
                      <a:pt x="94361" y="20193"/>
                      <a:pt x="98171" y="25781"/>
                      <a:pt x="100711" y="32258"/>
                    </a:cubicBezTo>
                    <a:lnTo>
                      <a:pt x="96266" y="34036"/>
                    </a:lnTo>
                    <a:lnTo>
                      <a:pt x="100711" y="32258"/>
                    </a:lnTo>
                    <a:cubicBezTo>
                      <a:pt x="103378" y="38608"/>
                      <a:pt x="104648" y="45339"/>
                      <a:pt x="104648" y="52324"/>
                    </a:cubicBezTo>
                    <a:moveTo>
                      <a:pt x="95123" y="52324"/>
                    </a:moveTo>
                    <a:lnTo>
                      <a:pt x="99822" y="52324"/>
                    </a:lnTo>
                    <a:lnTo>
                      <a:pt x="95123" y="52324"/>
                    </a:lnTo>
                    <a:cubicBezTo>
                      <a:pt x="95123" y="46609"/>
                      <a:pt x="93980" y="41148"/>
                      <a:pt x="91821" y="35941"/>
                    </a:cubicBezTo>
                    <a:cubicBezTo>
                      <a:pt x="89662" y="30734"/>
                      <a:pt x="86614" y="26035"/>
                      <a:pt x="82550" y="22098"/>
                    </a:cubicBezTo>
                    <a:cubicBezTo>
                      <a:pt x="78486" y="18034"/>
                      <a:pt x="73914" y="14986"/>
                      <a:pt x="68707" y="12827"/>
                    </a:cubicBezTo>
                    <a:cubicBezTo>
                      <a:pt x="63500" y="10668"/>
                      <a:pt x="58039" y="9525"/>
                      <a:pt x="52451" y="9525"/>
                    </a:cubicBezTo>
                    <a:cubicBezTo>
                      <a:pt x="46863" y="9525"/>
                      <a:pt x="41275" y="10668"/>
                      <a:pt x="36068" y="12827"/>
                    </a:cubicBezTo>
                    <a:cubicBezTo>
                      <a:pt x="30861" y="14986"/>
                      <a:pt x="26162" y="18034"/>
                      <a:pt x="22225" y="22098"/>
                    </a:cubicBezTo>
                    <a:cubicBezTo>
                      <a:pt x="18161" y="26162"/>
                      <a:pt x="15113" y="30734"/>
                      <a:pt x="12954" y="35941"/>
                    </a:cubicBezTo>
                    <a:cubicBezTo>
                      <a:pt x="10795" y="41148"/>
                      <a:pt x="9525" y="46736"/>
                      <a:pt x="9525" y="52324"/>
                    </a:cubicBezTo>
                    <a:cubicBezTo>
                      <a:pt x="9525" y="58039"/>
                      <a:pt x="10668" y="63500"/>
                      <a:pt x="12827" y="68707"/>
                    </a:cubicBezTo>
                    <a:cubicBezTo>
                      <a:pt x="14986" y="73914"/>
                      <a:pt x="18034" y="78613"/>
                      <a:pt x="22098" y="82677"/>
                    </a:cubicBezTo>
                    <a:lnTo>
                      <a:pt x="18669" y="86106"/>
                    </a:lnTo>
                    <a:lnTo>
                      <a:pt x="22098" y="82677"/>
                    </a:lnTo>
                    <a:cubicBezTo>
                      <a:pt x="26162" y="86741"/>
                      <a:pt x="30734" y="89789"/>
                      <a:pt x="35941" y="91948"/>
                    </a:cubicBezTo>
                    <a:cubicBezTo>
                      <a:pt x="41148" y="94107"/>
                      <a:pt x="46609" y="95250"/>
                      <a:pt x="52324" y="95250"/>
                    </a:cubicBezTo>
                    <a:lnTo>
                      <a:pt x="52324" y="99949"/>
                    </a:lnTo>
                    <a:lnTo>
                      <a:pt x="52324" y="95250"/>
                    </a:lnTo>
                    <a:cubicBezTo>
                      <a:pt x="58039" y="95250"/>
                      <a:pt x="63500" y="94107"/>
                      <a:pt x="68707" y="91948"/>
                    </a:cubicBezTo>
                    <a:cubicBezTo>
                      <a:pt x="73914" y="89789"/>
                      <a:pt x="78613" y="86741"/>
                      <a:pt x="82550" y="82677"/>
                    </a:cubicBezTo>
                    <a:lnTo>
                      <a:pt x="85979" y="86106"/>
                    </a:lnTo>
                    <a:lnTo>
                      <a:pt x="82550" y="82677"/>
                    </a:lnTo>
                    <a:cubicBezTo>
                      <a:pt x="86614" y="78613"/>
                      <a:pt x="89662" y="74041"/>
                      <a:pt x="91821" y="68707"/>
                    </a:cubicBezTo>
                    <a:cubicBezTo>
                      <a:pt x="93980" y="63500"/>
                      <a:pt x="95123" y="58039"/>
                      <a:pt x="95123" y="52324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771051" y="3000256"/>
              <a:ext cx="161554" cy="161554"/>
              <a:chOff x="0" y="0"/>
              <a:chExt cx="104775" cy="10477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4775" cy="104775"/>
              </a:xfrm>
              <a:custGeom>
                <a:avLst/>
                <a:gdLst/>
                <a:ahLst/>
                <a:cxnLst/>
                <a:rect r="r" b="b" t="t" l="l"/>
                <a:pathLst>
                  <a:path h="104775" w="104775">
                    <a:moveTo>
                      <a:pt x="104775" y="52451"/>
                    </a:moveTo>
                    <a:cubicBezTo>
                      <a:pt x="104775" y="59436"/>
                      <a:pt x="103505" y="66040"/>
                      <a:pt x="100838" y="72517"/>
                    </a:cubicBezTo>
                    <a:lnTo>
                      <a:pt x="96393" y="70739"/>
                    </a:lnTo>
                    <a:lnTo>
                      <a:pt x="100838" y="72517"/>
                    </a:lnTo>
                    <a:cubicBezTo>
                      <a:pt x="98171" y="78867"/>
                      <a:pt x="94361" y="84582"/>
                      <a:pt x="89535" y="89535"/>
                    </a:cubicBezTo>
                    <a:cubicBezTo>
                      <a:pt x="84582" y="94488"/>
                      <a:pt x="78994" y="98171"/>
                      <a:pt x="72517" y="100838"/>
                    </a:cubicBezTo>
                    <a:lnTo>
                      <a:pt x="70739" y="96393"/>
                    </a:lnTo>
                    <a:lnTo>
                      <a:pt x="72517" y="100838"/>
                    </a:lnTo>
                    <a:cubicBezTo>
                      <a:pt x="66167" y="103505"/>
                      <a:pt x="59436" y="104775"/>
                      <a:pt x="52451" y="104775"/>
                    </a:cubicBezTo>
                    <a:cubicBezTo>
                      <a:pt x="45466" y="104775"/>
                      <a:pt x="38862" y="103378"/>
                      <a:pt x="32385" y="100838"/>
                    </a:cubicBezTo>
                    <a:lnTo>
                      <a:pt x="34163" y="96393"/>
                    </a:lnTo>
                    <a:lnTo>
                      <a:pt x="32385" y="100838"/>
                    </a:lnTo>
                    <a:cubicBezTo>
                      <a:pt x="26035" y="98171"/>
                      <a:pt x="20320" y="94361"/>
                      <a:pt x="15367" y="89535"/>
                    </a:cubicBezTo>
                    <a:cubicBezTo>
                      <a:pt x="10414" y="84582"/>
                      <a:pt x="6604" y="78867"/>
                      <a:pt x="3937" y="72390"/>
                    </a:cubicBezTo>
                    <a:lnTo>
                      <a:pt x="8382" y="70612"/>
                    </a:lnTo>
                    <a:lnTo>
                      <a:pt x="3937" y="72390"/>
                    </a:lnTo>
                    <a:cubicBezTo>
                      <a:pt x="1270" y="66040"/>
                      <a:pt x="0" y="59309"/>
                      <a:pt x="0" y="52324"/>
                    </a:cubicBezTo>
                    <a:lnTo>
                      <a:pt x="4699" y="52324"/>
                    </a:lnTo>
                    <a:lnTo>
                      <a:pt x="0" y="52324"/>
                    </a:lnTo>
                    <a:cubicBezTo>
                      <a:pt x="0" y="45339"/>
                      <a:pt x="1270" y="38735"/>
                      <a:pt x="3937" y="32258"/>
                    </a:cubicBezTo>
                    <a:lnTo>
                      <a:pt x="8382" y="34036"/>
                    </a:lnTo>
                    <a:lnTo>
                      <a:pt x="3937" y="32258"/>
                    </a:lnTo>
                    <a:cubicBezTo>
                      <a:pt x="6604" y="25908"/>
                      <a:pt x="10414" y="20193"/>
                      <a:pt x="15240" y="15240"/>
                    </a:cubicBezTo>
                    <a:lnTo>
                      <a:pt x="18669" y="18669"/>
                    </a:lnTo>
                    <a:lnTo>
                      <a:pt x="15240" y="15240"/>
                    </a:lnTo>
                    <a:cubicBezTo>
                      <a:pt x="20193" y="10414"/>
                      <a:pt x="25908" y="6604"/>
                      <a:pt x="32385" y="3937"/>
                    </a:cubicBezTo>
                    <a:cubicBezTo>
                      <a:pt x="38735" y="1270"/>
                      <a:pt x="45466" y="0"/>
                      <a:pt x="52451" y="0"/>
                    </a:cubicBezTo>
                    <a:lnTo>
                      <a:pt x="52451" y="4826"/>
                    </a:lnTo>
                    <a:lnTo>
                      <a:pt x="52451" y="0"/>
                    </a:lnTo>
                    <a:cubicBezTo>
                      <a:pt x="59309" y="0"/>
                      <a:pt x="66040" y="1270"/>
                      <a:pt x="72390" y="3937"/>
                    </a:cubicBezTo>
                    <a:cubicBezTo>
                      <a:pt x="78867" y="6604"/>
                      <a:pt x="84455" y="10414"/>
                      <a:pt x="89408" y="15240"/>
                    </a:cubicBezTo>
                    <a:lnTo>
                      <a:pt x="85979" y="18669"/>
                    </a:lnTo>
                    <a:lnTo>
                      <a:pt x="89408" y="15240"/>
                    </a:lnTo>
                    <a:cubicBezTo>
                      <a:pt x="94361" y="20193"/>
                      <a:pt x="98171" y="25781"/>
                      <a:pt x="100711" y="32258"/>
                    </a:cubicBezTo>
                    <a:lnTo>
                      <a:pt x="96266" y="34036"/>
                    </a:lnTo>
                    <a:lnTo>
                      <a:pt x="100711" y="32258"/>
                    </a:lnTo>
                    <a:cubicBezTo>
                      <a:pt x="103378" y="38608"/>
                      <a:pt x="104648" y="45339"/>
                      <a:pt x="104648" y="52324"/>
                    </a:cubicBezTo>
                    <a:moveTo>
                      <a:pt x="95123" y="52324"/>
                    </a:moveTo>
                    <a:lnTo>
                      <a:pt x="99822" y="52324"/>
                    </a:lnTo>
                    <a:lnTo>
                      <a:pt x="95123" y="52324"/>
                    </a:lnTo>
                    <a:cubicBezTo>
                      <a:pt x="95123" y="46609"/>
                      <a:pt x="93980" y="41148"/>
                      <a:pt x="91821" y="35941"/>
                    </a:cubicBezTo>
                    <a:cubicBezTo>
                      <a:pt x="89662" y="30734"/>
                      <a:pt x="86614" y="26035"/>
                      <a:pt x="82550" y="22098"/>
                    </a:cubicBezTo>
                    <a:cubicBezTo>
                      <a:pt x="78486" y="18034"/>
                      <a:pt x="73914" y="14986"/>
                      <a:pt x="68707" y="12827"/>
                    </a:cubicBezTo>
                    <a:lnTo>
                      <a:pt x="70612" y="8382"/>
                    </a:lnTo>
                    <a:lnTo>
                      <a:pt x="68834" y="12827"/>
                    </a:lnTo>
                    <a:cubicBezTo>
                      <a:pt x="63500" y="10668"/>
                      <a:pt x="58039" y="9525"/>
                      <a:pt x="52451" y="9525"/>
                    </a:cubicBezTo>
                    <a:cubicBezTo>
                      <a:pt x="46863" y="9525"/>
                      <a:pt x="41275" y="10668"/>
                      <a:pt x="36068" y="12827"/>
                    </a:cubicBezTo>
                    <a:lnTo>
                      <a:pt x="34163" y="8382"/>
                    </a:lnTo>
                    <a:lnTo>
                      <a:pt x="35941" y="12827"/>
                    </a:lnTo>
                    <a:cubicBezTo>
                      <a:pt x="30734" y="14986"/>
                      <a:pt x="26035" y="18034"/>
                      <a:pt x="22098" y="22098"/>
                    </a:cubicBezTo>
                    <a:cubicBezTo>
                      <a:pt x="18034" y="26162"/>
                      <a:pt x="14986" y="30734"/>
                      <a:pt x="12827" y="35941"/>
                    </a:cubicBezTo>
                    <a:cubicBezTo>
                      <a:pt x="10668" y="41148"/>
                      <a:pt x="9525" y="46736"/>
                      <a:pt x="9525" y="52324"/>
                    </a:cubicBezTo>
                    <a:cubicBezTo>
                      <a:pt x="9525" y="58039"/>
                      <a:pt x="10668" y="63500"/>
                      <a:pt x="12827" y="68707"/>
                    </a:cubicBezTo>
                    <a:cubicBezTo>
                      <a:pt x="14986" y="73914"/>
                      <a:pt x="18034" y="78613"/>
                      <a:pt x="22098" y="82677"/>
                    </a:cubicBezTo>
                    <a:lnTo>
                      <a:pt x="18669" y="86106"/>
                    </a:lnTo>
                    <a:lnTo>
                      <a:pt x="22098" y="82677"/>
                    </a:lnTo>
                    <a:cubicBezTo>
                      <a:pt x="26162" y="86741"/>
                      <a:pt x="30734" y="89789"/>
                      <a:pt x="35941" y="91948"/>
                    </a:cubicBezTo>
                    <a:cubicBezTo>
                      <a:pt x="41148" y="94107"/>
                      <a:pt x="46609" y="95250"/>
                      <a:pt x="52324" y="95250"/>
                    </a:cubicBezTo>
                    <a:lnTo>
                      <a:pt x="52324" y="99949"/>
                    </a:lnTo>
                    <a:lnTo>
                      <a:pt x="52324" y="95250"/>
                    </a:lnTo>
                    <a:cubicBezTo>
                      <a:pt x="58039" y="95250"/>
                      <a:pt x="63500" y="94107"/>
                      <a:pt x="68707" y="91948"/>
                    </a:cubicBezTo>
                    <a:cubicBezTo>
                      <a:pt x="73914" y="89789"/>
                      <a:pt x="78613" y="86741"/>
                      <a:pt x="82550" y="82677"/>
                    </a:cubicBezTo>
                    <a:lnTo>
                      <a:pt x="85979" y="86106"/>
                    </a:lnTo>
                    <a:lnTo>
                      <a:pt x="82550" y="82677"/>
                    </a:lnTo>
                    <a:cubicBezTo>
                      <a:pt x="86614" y="78613"/>
                      <a:pt x="89662" y="74041"/>
                      <a:pt x="91821" y="68707"/>
                    </a:cubicBezTo>
                    <a:cubicBezTo>
                      <a:pt x="93980" y="63373"/>
                      <a:pt x="95123" y="58039"/>
                      <a:pt x="95123" y="52324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425914" y="-76200"/>
              <a:ext cx="20367356" cy="678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4"/>
                </a:lnSpc>
              </a:pPr>
              <a:r>
                <a:rPr lang="en-US" b="true" sz="302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Technologies to be used (e.g. programming languages, frameworks, hardware):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60249" y="850230"/>
              <a:ext cx="5460835" cy="64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5"/>
                </a:lnSpc>
              </a:pPr>
              <a:r>
                <a:rPr lang="en-US" b="true" sz="277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Languages &amp; Libraries:</a:t>
              </a:r>
              <a:r>
                <a:rPr lang="en-US" sz="277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160249" y="1804865"/>
              <a:ext cx="5034128" cy="64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5"/>
                </a:lnSpc>
              </a:pPr>
              <a:r>
                <a:rPr lang="en-US" b="true" sz="277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Models &amp; Optimizers:</a:t>
              </a:r>
              <a:r>
                <a:rPr lang="en-US" sz="277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160249" y="2759500"/>
              <a:ext cx="2477615" cy="64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5"/>
                </a:lnSpc>
              </a:pPr>
              <a:r>
                <a:rPr lang="en-US" b="true" sz="277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Hardware:</a:t>
              </a:r>
              <a:r>
                <a:rPr lang="en-US" sz="277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514003" y="850230"/>
              <a:ext cx="14857776" cy="62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5"/>
                </a:lnSpc>
              </a:pPr>
              <a:r>
                <a:rPr lang="en-US" sz="277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Python, PyTorch (torch.amp Mixed Precision), h5py, NumPy, OpenCV.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89295" y="1633415"/>
              <a:ext cx="16544704" cy="17470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36"/>
                </a:lnSpc>
              </a:pPr>
              <a:r>
                <a:rPr lang="en-US" sz="277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Swin-T, EfficientNet-B0, AdamW, CosineAnnealingLR.</a:t>
              </a:r>
            </a:p>
            <a:p>
              <a:pPr algn="ctr">
                <a:lnSpc>
                  <a:spcPts val="5636"/>
                </a:lnSpc>
              </a:pPr>
              <a:r>
                <a:rPr lang="en-US" sz="277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CloudGPU(FP16 optimized) processing large HDF5 multidimensional arrays.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57541" y="196736"/>
            <a:ext cx="1915887" cy="1249101"/>
            <a:chOff x="0" y="0"/>
            <a:chExt cx="2554516" cy="1665468"/>
          </a:xfrm>
        </p:grpSpPr>
        <p:sp>
          <p:nvSpPr>
            <p:cNvPr name="Freeform 31" id="3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Wizards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5087600" y="0"/>
            <a:ext cx="3120959" cy="1577818"/>
          </a:xfrm>
          <a:custGeom>
            <a:avLst/>
            <a:gdLst/>
            <a:ahLst/>
            <a:cxnLst/>
            <a:rect r="r" b="b" t="t" l="l"/>
            <a:pathLst>
              <a:path h="1577818" w="3120959">
                <a:moveTo>
                  <a:pt x="0" y="0"/>
                </a:moveTo>
                <a:lnTo>
                  <a:pt x="3120959" y="0"/>
                </a:lnTo>
                <a:lnTo>
                  <a:pt x="3120959" y="1577818"/>
                </a:lnTo>
                <a:lnTo>
                  <a:pt x="0" y="1577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691531" y="5695783"/>
            <a:ext cx="14904939" cy="3551619"/>
            <a:chOff x="0" y="0"/>
            <a:chExt cx="19873251" cy="4735491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9873251" cy="4735491"/>
              <a:chOff x="0" y="0"/>
              <a:chExt cx="4101553" cy="97733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101553" cy="977337"/>
              </a:xfrm>
              <a:custGeom>
                <a:avLst/>
                <a:gdLst/>
                <a:ahLst/>
                <a:cxnLst/>
                <a:rect r="r" b="b" t="t" l="l"/>
                <a:pathLst>
                  <a:path h="977337" w="4101553">
                    <a:moveTo>
                      <a:pt x="0" y="0"/>
                    </a:moveTo>
                    <a:lnTo>
                      <a:pt x="4101553" y="0"/>
                    </a:lnTo>
                    <a:lnTo>
                      <a:pt x="4101553" y="977337"/>
                    </a:lnTo>
                    <a:lnTo>
                      <a:pt x="0" y="977337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101553" cy="1034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06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17254" y="171737"/>
              <a:ext cx="19438744" cy="4392017"/>
            </a:xfrm>
            <a:custGeom>
              <a:avLst/>
              <a:gdLst/>
              <a:ahLst/>
              <a:cxnLst/>
              <a:rect r="r" b="b" t="t" l="l"/>
              <a:pathLst>
                <a:path h="4392017" w="19438744">
                  <a:moveTo>
                    <a:pt x="0" y="0"/>
                  </a:moveTo>
                  <a:lnTo>
                    <a:pt x="19438744" y="0"/>
                  </a:lnTo>
                  <a:lnTo>
                    <a:pt x="19438744" y="4392017"/>
                  </a:lnTo>
                  <a:lnTo>
                    <a:pt x="0" y="4392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86251" y="4876406"/>
            <a:ext cx="16795116" cy="5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b="true" sz="30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Methodology and process for implementation (Flow Charts/Images/working prototype):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8699" y="2998310"/>
            <a:ext cx="96362" cy="101454"/>
            <a:chOff x="0" y="0"/>
            <a:chExt cx="81422" cy="85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549" cy="85852"/>
            </a:xfrm>
            <a:custGeom>
              <a:avLst/>
              <a:gdLst/>
              <a:ahLst/>
              <a:cxnLst/>
              <a:rect r="r" b="b" t="t" l="l"/>
              <a:pathLst>
                <a:path h="85852" w="81549">
                  <a:moveTo>
                    <a:pt x="81422" y="42926"/>
                  </a:moveTo>
                  <a:cubicBezTo>
                    <a:pt x="81422" y="48641"/>
                    <a:pt x="80337" y="54102"/>
                    <a:pt x="78286" y="59309"/>
                  </a:cubicBezTo>
                  <a:lnTo>
                    <a:pt x="74064" y="57531"/>
                  </a:lnTo>
                  <a:lnTo>
                    <a:pt x="78286" y="59309"/>
                  </a:lnTo>
                  <a:cubicBezTo>
                    <a:pt x="76236" y="64516"/>
                    <a:pt x="73220" y="69215"/>
                    <a:pt x="69481" y="73279"/>
                  </a:cubicBezTo>
                  <a:cubicBezTo>
                    <a:pt x="65620" y="77343"/>
                    <a:pt x="61278" y="80391"/>
                    <a:pt x="56332" y="82550"/>
                  </a:cubicBezTo>
                  <a:lnTo>
                    <a:pt x="54644" y="78105"/>
                  </a:lnTo>
                  <a:lnTo>
                    <a:pt x="56332" y="82550"/>
                  </a:lnTo>
                  <a:cubicBezTo>
                    <a:pt x="51387" y="84709"/>
                    <a:pt x="46200" y="85852"/>
                    <a:pt x="40772" y="85852"/>
                  </a:cubicBezTo>
                  <a:cubicBezTo>
                    <a:pt x="35343" y="85852"/>
                    <a:pt x="30156" y="84709"/>
                    <a:pt x="25211" y="82550"/>
                  </a:cubicBezTo>
                  <a:lnTo>
                    <a:pt x="26900" y="78105"/>
                  </a:lnTo>
                  <a:lnTo>
                    <a:pt x="25211" y="82550"/>
                  </a:lnTo>
                  <a:cubicBezTo>
                    <a:pt x="20265" y="80391"/>
                    <a:pt x="15802" y="77216"/>
                    <a:pt x="12063" y="73279"/>
                  </a:cubicBezTo>
                  <a:cubicBezTo>
                    <a:pt x="8082" y="69088"/>
                    <a:pt x="5187" y="64516"/>
                    <a:pt x="3136" y="59309"/>
                  </a:cubicBezTo>
                  <a:lnTo>
                    <a:pt x="7238" y="57404"/>
                  </a:lnTo>
                  <a:lnTo>
                    <a:pt x="3136" y="59309"/>
                  </a:lnTo>
                  <a:cubicBezTo>
                    <a:pt x="1086" y="53975"/>
                    <a:pt x="0" y="48514"/>
                    <a:pt x="0" y="42799"/>
                  </a:cubicBezTo>
                  <a:lnTo>
                    <a:pt x="4463" y="42799"/>
                  </a:lnTo>
                  <a:lnTo>
                    <a:pt x="0" y="42799"/>
                  </a:lnTo>
                  <a:cubicBezTo>
                    <a:pt x="0" y="37084"/>
                    <a:pt x="1086" y="31623"/>
                    <a:pt x="3136" y="26416"/>
                  </a:cubicBezTo>
                  <a:cubicBezTo>
                    <a:pt x="5187" y="21209"/>
                    <a:pt x="8082" y="16510"/>
                    <a:pt x="11942" y="12573"/>
                  </a:cubicBezTo>
                  <a:lnTo>
                    <a:pt x="15199" y="16002"/>
                  </a:lnTo>
                  <a:lnTo>
                    <a:pt x="11942" y="12573"/>
                  </a:lnTo>
                  <a:cubicBezTo>
                    <a:pt x="15681" y="8509"/>
                    <a:pt x="20145" y="5461"/>
                    <a:pt x="25090" y="3302"/>
                  </a:cubicBezTo>
                  <a:lnTo>
                    <a:pt x="26900" y="7620"/>
                  </a:lnTo>
                  <a:lnTo>
                    <a:pt x="25090" y="3302"/>
                  </a:lnTo>
                  <a:cubicBezTo>
                    <a:pt x="30156" y="1143"/>
                    <a:pt x="35343" y="0"/>
                    <a:pt x="40772" y="0"/>
                  </a:cubicBezTo>
                  <a:lnTo>
                    <a:pt x="40772" y="4826"/>
                  </a:lnTo>
                  <a:lnTo>
                    <a:pt x="40772" y="0"/>
                  </a:lnTo>
                  <a:cubicBezTo>
                    <a:pt x="46200" y="0"/>
                    <a:pt x="51387" y="1143"/>
                    <a:pt x="56332" y="3302"/>
                  </a:cubicBezTo>
                  <a:lnTo>
                    <a:pt x="54523" y="7620"/>
                  </a:lnTo>
                  <a:lnTo>
                    <a:pt x="56332" y="3302"/>
                  </a:lnTo>
                  <a:cubicBezTo>
                    <a:pt x="61278" y="5461"/>
                    <a:pt x="65741" y="8636"/>
                    <a:pt x="69601" y="12573"/>
                  </a:cubicBezTo>
                  <a:lnTo>
                    <a:pt x="66344" y="16002"/>
                  </a:lnTo>
                  <a:lnTo>
                    <a:pt x="69601" y="12573"/>
                  </a:lnTo>
                  <a:cubicBezTo>
                    <a:pt x="73461" y="16637"/>
                    <a:pt x="76356" y="21209"/>
                    <a:pt x="78407" y="26416"/>
                  </a:cubicBezTo>
                  <a:cubicBezTo>
                    <a:pt x="80457" y="31623"/>
                    <a:pt x="81549" y="37084"/>
                    <a:pt x="81549" y="42799"/>
                  </a:cubicBezTo>
                  <a:moveTo>
                    <a:pt x="72376" y="42799"/>
                  </a:moveTo>
                  <a:lnTo>
                    <a:pt x="76839" y="42799"/>
                  </a:lnTo>
                  <a:lnTo>
                    <a:pt x="72376" y="42799"/>
                  </a:lnTo>
                  <a:cubicBezTo>
                    <a:pt x="72376" y="38354"/>
                    <a:pt x="71531" y="34163"/>
                    <a:pt x="69963" y="30099"/>
                  </a:cubicBezTo>
                  <a:lnTo>
                    <a:pt x="74185" y="28321"/>
                  </a:lnTo>
                  <a:lnTo>
                    <a:pt x="69963" y="30099"/>
                  </a:lnTo>
                  <a:cubicBezTo>
                    <a:pt x="68395" y="26035"/>
                    <a:pt x="66103" y="22479"/>
                    <a:pt x="63087" y="19304"/>
                  </a:cubicBezTo>
                  <a:cubicBezTo>
                    <a:pt x="60072" y="16129"/>
                    <a:pt x="56694" y="13716"/>
                    <a:pt x="52834" y="12065"/>
                  </a:cubicBezTo>
                  <a:cubicBezTo>
                    <a:pt x="48974" y="10414"/>
                    <a:pt x="44873" y="9525"/>
                    <a:pt x="40772" y="9525"/>
                  </a:cubicBezTo>
                  <a:cubicBezTo>
                    <a:pt x="36670" y="9525"/>
                    <a:pt x="32569" y="10414"/>
                    <a:pt x="28709" y="12065"/>
                  </a:cubicBezTo>
                  <a:cubicBezTo>
                    <a:pt x="24849" y="13716"/>
                    <a:pt x="21471" y="16129"/>
                    <a:pt x="18456" y="19304"/>
                  </a:cubicBezTo>
                  <a:cubicBezTo>
                    <a:pt x="15440" y="22479"/>
                    <a:pt x="13148" y="26035"/>
                    <a:pt x="11580" y="30099"/>
                  </a:cubicBezTo>
                  <a:lnTo>
                    <a:pt x="7238" y="28321"/>
                  </a:lnTo>
                  <a:lnTo>
                    <a:pt x="11459" y="30099"/>
                  </a:lnTo>
                  <a:cubicBezTo>
                    <a:pt x="9891" y="34163"/>
                    <a:pt x="9047" y="38481"/>
                    <a:pt x="9047" y="42799"/>
                  </a:cubicBezTo>
                  <a:cubicBezTo>
                    <a:pt x="9047" y="47244"/>
                    <a:pt x="9891" y="51435"/>
                    <a:pt x="11459" y="55499"/>
                  </a:cubicBezTo>
                  <a:cubicBezTo>
                    <a:pt x="13028" y="59563"/>
                    <a:pt x="15319" y="63246"/>
                    <a:pt x="18335" y="66294"/>
                  </a:cubicBezTo>
                  <a:lnTo>
                    <a:pt x="15078" y="69723"/>
                  </a:lnTo>
                  <a:lnTo>
                    <a:pt x="18215" y="66294"/>
                  </a:lnTo>
                  <a:cubicBezTo>
                    <a:pt x="21230" y="69469"/>
                    <a:pt x="24608" y="71882"/>
                    <a:pt x="28468" y="73533"/>
                  </a:cubicBezTo>
                  <a:cubicBezTo>
                    <a:pt x="32328" y="75184"/>
                    <a:pt x="36429" y="76073"/>
                    <a:pt x="40530" y="76073"/>
                  </a:cubicBezTo>
                  <a:lnTo>
                    <a:pt x="40530" y="80772"/>
                  </a:lnTo>
                  <a:lnTo>
                    <a:pt x="40530" y="76073"/>
                  </a:lnTo>
                  <a:cubicBezTo>
                    <a:pt x="44752" y="76073"/>
                    <a:pt x="48733" y="75184"/>
                    <a:pt x="52593" y="73533"/>
                  </a:cubicBezTo>
                  <a:cubicBezTo>
                    <a:pt x="56453" y="71882"/>
                    <a:pt x="59951" y="69469"/>
                    <a:pt x="62846" y="66294"/>
                  </a:cubicBezTo>
                  <a:lnTo>
                    <a:pt x="65982" y="69723"/>
                  </a:lnTo>
                  <a:lnTo>
                    <a:pt x="62725" y="66294"/>
                  </a:lnTo>
                  <a:cubicBezTo>
                    <a:pt x="65741" y="63119"/>
                    <a:pt x="68033" y="59563"/>
                    <a:pt x="69601" y="55499"/>
                  </a:cubicBezTo>
                  <a:cubicBezTo>
                    <a:pt x="71169" y="51435"/>
                    <a:pt x="72014" y="47117"/>
                    <a:pt x="72014" y="42799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8780" y="4080486"/>
            <a:ext cx="96362" cy="101454"/>
            <a:chOff x="0" y="0"/>
            <a:chExt cx="81422" cy="85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422" cy="85852"/>
            </a:xfrm>
            <a:custGeom>
              <a:avLst/>
              <a:gdLst/>
              <a:ahLst/>
              <a:cxnLst/>
              <a:rect r="r" b="b" t="t" l="l"/>
              <a:pathLst>
                <a:path h="85852" w="81422">
                  <a:moveTo>
                    <a:pt x="81422" y="42926"/>
                  </a:moveTo>
                  <a:cubicBezTo>
                    <a:pt x="81422" y="48641"/>
                    <a:pt x="80337" y="54102"/>
                    <a:pt x="78286" y="59309"/>
                  </a:cubicBezTo>
                  <a:lnTo>
                    <a:pt x="74064" y="57531"/>
                  </a:lnTo>
                  <a:lnTo>
                    <a:pt x="78286" y="59309"/>
                  </a:lnTo>
                  <a:cubicBezTo>
                    <a:pt x="76236" y="64516"/>
                    <a:pt x="73220" y="69215"/>
                    <a:pt x="69481" y="73279"/>
                  </a:cubicBezTo>
                  <a:cubicBezTo>
                    <a:pt x="65620" y="77343"/>
                    <a:pt x="61278" y="80391"/>
                    <a:pt x="56332" y="82550"/>
                  </a:cubicBezTo>
                  <a:lnTo>
                    <a:pt x="54644" y="78105"/>
                  </a:lnTo>
                  <a:lnTo>
                    <a:pt x="56332" y="82550"/>
                  </a:lnTo>
                  <a:cubicBezTo>
                    <a:pt x="51387" y="84709"/>
                    <a:pt x="46200" y="85852"/>
                    <a:pt x="40772" y="85852"/>
                  </a:cubicBezTo>
                  <a:cubicBezTo>
                    <a:pt x="35343" y="85852"/>
                    <a:pt x="30156" y="84709"/>
                    <a:pt x="25211" y="82550"/>
                  </a:cubicBezTo>
                  <a:lnTo>
                    <a:pt x="26900" y="78105"/>
                  </a:lnTo>
                  <a:lnTo>
                    <a:pt x="25211" y="82550"/>
                  </a:lnTo>
                  <a:cubicBezTo>
                    <a:pt x="20265" y="80391"/>
                    <a:pt x="15802" y="77216"/>
                    <a:pt x="12063" y="73279"/>
                  </a:cubicBezTo>
                  <a:cubicBezTo>
                    <a:pt x="8082" y="69215"/>
                    <a:pt x="5187" y="64516"/>
                    <a:pt x="3136" y="59309"/>
                  </a:cubicBezTo>
                  <a:lnTo>
                    <a:pt x="7238" y="57404"/>
                  </a:lnTo>
                  <a:lnTo>
                    <a:pt x="3136" y="59309"/>
                  </a:lnTo>
                  <a:cubicBezTo>
                    <a:pt x="1086" y="53975"/>
                    <a:pt x="0" y="48514"/>
                    <a:pt x="0" y="42799"/>
                  </a:cubicBezTo>
                  <a:lnTo>
                    <a:pt x="4463" y="42799"/>
                  </a:lnTo>
                  <a:lnTo>
                    <a:pt x="0" y="42799"/>
                  </a:lnTo>
                  <a:cubicBezTo>
                    <a:pt x="0" y="37084"/>
                    <a:pt x="1086" y="31623"/>
                    <a:pt x="3136" y="26416"/>
                  </a:cubicBezTo>
                  <a:lnTo>
                    <a:pt x="7358" y="28194"/>
                  </a:lnTo>
                  <a:lnTo>
                    <a:pt x="3136" y="26416"/>
                  </a:lnTo>
                  <a:cubicBezTo>
                    <a:pt x="5187" y="21209"/>
                    <a:pt x="8082" y="16510"/>
                    <a:pt x="11942" y="12573"/>
                  </a:cubicBezTo>
                  <a:lnTo>
                    <a:pt x="15078" y="16002"/>
                  </a:lnTo>
                  <a:lnTo>
                    <a:pt x="11942" y="12573"/>
                  </a:lnTo>
                  <a:cubicBezTo>
                    <a:pt x="15681" y="8509"/>
                    <a:pt x="20145" y="5461"/>
                    <a:pt x="25090" y="3302"/>
                  </a:cubicBezTo>
                  <a:cubicBezTo>
                    <a:pt x="30156" y="1143"/>
                    <a:pt x="35343" y="0"/>
                    <a:pt x="40772" y="0"/>
                  </a:cubicBezTo>
                  <a:lnTo>
                    <a:pt x="40772" y="4826"/>
                  </a:lnTo>
                  <a:lnTo>
                    <a:pt x="40772" y="0"/>
                  </a:lnTo>
                  <a:cubicBezTo>
                    <a:pt x="46200" y="0"/>
                    <a:pt x="51387" y="1143"/>
                    <a:pt x="56332" y="3302"/>
                  </a:cubicBezTo>
                  <a:cubicBezTo>
                    <a:pt x="61278" y="5461"/>
                    <a:pt x="65741" y="8636"/>
                    <a:pt x="69481" y="12573"/>
                  </a:cubicBezTo>
                  <a:lnTo>
                    <a:pt x="66224" y="16002"/>
                  </a:lnTo>
                  <a:lnTo>
                    <a:pt x="69360" y="12573"/>
                  </a:lnTo>
                  <a:cubicBezTo>
                    <a:pt x="73220" y="16637"/>
                    <a:pt x="76115" y="21209"/>
                    <a:pt x="78166" y="26416"/>
                  </a:cubicBezTo>
                  <a:lnTo>
                    <a:pt x="73944" y="28194"/>
                  </a:lnTo>
                  <a:lnTo>
                    <a:pt x="78166" y="26416"/>
                  </a:lnTo>
                  <a:cubicBezTo>
                    <a:pt x="80216" y="31623"/>
                    <a:pt x="81302" y="37084"/>
                    <a:pt x="81302" y="42799"/>
                  </a:cubicBezTo>
                  <a:moveTo>
                    <a:pt x="72376" y="42799"/>
                  </a:moveTo>
                  <a:lnTo>
                    <a:pt x="76839" y="42799"/>
                  </a:lnTo>
                  <a:lnTo>
                    <a:pt x="72376" y="42799"/>
                  </a:lnTo>
                  <a:cubicBezTo>
                    <a:pt x="72376" y="38354"/>
                    <a:pt x="71531" y="34163"/>
                    <a:pt x="69963" y="30099"/>
                  </a:cubicBezTo>
                  <a:cubicBezTo>
                    <a:pt x="68395" y="26035"/>
                    <a:pt x="66103" y="22352"/>
                    <a:pt x="63087" y="19304"/>
                  </a:cubicBezTo>
                  <a:cubicBezTo>
                    <a:pt x="60072" y="16129"/>
                    <a:pt x="56694" y="13716"/>
                    <a:pt x="52834" y="12065"/>
                  </a:cubicBezTo>
                  <a:lnTo>
                    <a:pt x="54523" y="7620"/>
                  </a:lnTo>
                  <a:lnTo>
                    <a:pt x="52834" y="12065"/>
                  </a:lnTo>
                  <a:cubicBezTo>
                    <a:pt x="48974" y="10414"/>
                    <a:pt x="44873" y="9525"/>
                    <a:pt x="40772" y="9525"/>
                  </a:cubicBezTo>
                  <a:cubicBezTo>
                    <a:pt x="36670" y="9525"/>
                    <a:pt x="32569" y="10414"/>
                    <a:pt x="28709" y="12065"/>
                  </a:cubicBezTo>
                  <a:lnTo>
                    <a:pt x="26900" y="7620"/>
                  </a:lnTo>
                  <a:lnTo>
                    <a:pt x="28588" y="12065"/>
                  </a:lnTo>
                  <a:cubicBezTo>
                    <a:pt x="24728" y="13716"/>
                    <a:pt x="21230" y="16129"/>
                    <a:pt x="18335" y="19304"/>
                  </a:cubicBezTo>
                  <a:cubicBezTo>
                    <a:pt x="15319" y="22479"/>
                    <a:pt x="13028" y="26035"/>
                    <a:pt x="11459" y="30099"/>
                  </a:cubicBezTo>
                  <a:cubicBezTo>
                    <a:pt x="9891" y="34163"/>
                    <a:pt x="9047" y="38481"/>
                    <a:pt x="9047" y="42799"/>
                  </a:cubicBezTo>
                  <a:cubicBezTo>
                    <a:pt x="9047" y="47244"/>
                    <a:pt x="9891" y="51435"/>
                    <a:pt x="11459" y="55499"/>
                  </a:cubicBezTo>
                  <a:cubicBezTo>
                    <a:pt x="13028" y="59563"/>
                    <a:pt x="15319" y="63246"/>
                    <a:pt x="18335" y="66294"/>
                  </a:cubicBezTo>
                  <a:lnTo>
                    <a:pt x="15078" y="69723"/>
                  </a:lnTo>
                  <a:lnTo>
                    <a:pt x="18215" y="66294"/>
                  </a:lnTo>
                  <a:cubicBezTo>
                    <a:pt x="21230" y="69469"/>
                    <a:pt x="24608" y="71882"/>
                    <a:pt x="28468" y="73533"/>
                  </a:cubicBezTo>
                  <a:cubicBezTo>
                    <a:pt x="32328" y="75184"/>
                    <a:pt x="36429" y="76073"/>
                    <a:pt x="40530" y="76073"/>
                  </a:cubicBezTo>
                  <a:lnTo>
                    <a:pt x="40530" y="80772"/>
                  </a:lnTo>
                  <a:lnTo>
                    <a:pt x="40530" y="76073"/>
                  </a:lnTo>
                  <a:cubicBezTo>
                    <a:pt x="44752" y="76073"/>
                    <a:pt x="48733" y="75184"/>
                    <a:pt x="52593" y="73533"/>
                  </a:cubicBezTo>
                  <a:cubicBezTo>
                    <a:pt x="56453" y="71882"/>
                    <a:pt x="59951" y="69469"/>
                    <a:pt x="62846" y="66294"/>
                  </a:cubicBezTo>
                  <a:lnTo>
                    <a:pt x="65982" y="69723"/>
                  </a:lnTo>
                  <a:lnTo>
                    <a:pt x="62725" y="66294"/>
                  </a:lnTo>
                  <a:cubicBezTo>
                    <a:pt x="65741" y="63119"/>
                    <a:pt x="68033" y="59563"/>
                    <a:pt x="69601" y="55499"/>
                  </a:cubicBezTo>
                  <a:cubicBezTo>
                    <a:pt x="71169" y="51435"/>
                    <a:pt x="72014" y="47117"/>
                    <a:pt x="72014" y="42799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9061" y="2228440"/>
            <a:ext cx="16224539" cy="2561630"/>
            <a:chOff x="0" y="0"/>
            <a:chExt cx="21632718" cy="341550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647975" y="773803"/>
              <a:ext cx="20984744" cy="2641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27"/>
                </a:lnSpc>
              </a:pPr>
              <a:r>
                <a:rPr lang="en-US" b="true" sz="248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Efficient Data Pipeline:</a:t>
              </a:r>
              <a:r>
                <a:rPr lang="en-US" sz="2485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Utilizes an optimized h5py DataLoader with persistent handles and multi-processing (num_workers=4), allowing massive satellite datasets to be trained and evaluated locally.</a:t>
              </a:r>
            </a:p>
            <a:p>
              <a:pPr algn="just">
                <a:lnSpc>
                  <a:spcPts val="5857"/>
                </a:lnSpc>
              </a:pPr>
              <a:r>
                <a:rPr lang="en-US" b="true" sz="248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Hardware Efficiency:</a:t>
              </a:r>
              <a:r>
                <a:rPr lang="en-US" sz="2485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Utilizes torch.autocast and GradScaler for mixed-precision (FP16) training, halving VRAM </a:t>
              </a:r>
            </a:p>
            <a:p>
              <a:pPr algn="just">
                <a:lnSpc>
                  <a:spcPts val="1598"/>
                </a:lnSpc>
              </a:pPr>
              <a:r>
                <a:rPr lang="en-US" sz="2485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usage and </a:t>
              </a:r>
              <a:r>
                <a:rPr lang="en-US" sz="2485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making deployment on standard cloud GPUs highly feasible.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3226612" cy="620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67"/>
                </a:lnSpc>
              </a:pPr>
              <a:r>
                <a:rPr lang="en-US" b="true" sz="276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2861" y="5419399"/>
            <a:ext cx="16427601" cy="3552261"/>
            <a:chOff x="0" y="0"/>
            <a:chExt cx="21903468" cy="473634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82947" y="82947"/>
              <a:ext cx="21737587" cy="4570467"/>
              <a:chOff x="0" y="0"/>
              <a:chExt cx="22189440" cy="466547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2189439" cy="4665472"/>
              </a:xfrm>
              <a:custGeom>
                <a:avLst/>
                <a:gdLst/>
                <a:ahLst/>
                <a:cxnLst/>
                <a:rect r="r" b="b" t="t" l="l"/>
                <a:pathLst>
                  <a:path h="4665472" w="22189439">
                    <a:moveTo>
                      <a:pt x="22016720" y="122428"/>
                    </a:moveTo>
                    <a:lnTo>
                      <a:pt x="22016720" y="4440428"/>
                    </a:lnTo>
                    <a:lnTo>
                      <a:pt x="172720" y="4440428"/>
                    </a:lnTo>
                    <a:lnTo>
                      <a:pt x="172720" y="122428"/>
                    </a:lnTo>
                    <a:close/>
                    <a:moveTo>
                      <a:pt x="0" y="0"/>
                    </a:moveTo>
                    <a:lnTo>
                      <a:pt x="0" y="4665472"/>
                    </a:lnTo>
                    <a:lnTo>
                      <a:pt x="22189439" y="4665472"/>
                    </a:lnTo>
                    <a:lnTo>
                      <a:pt x="22189439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21903468" cy="4736348"/>
              <a:chOff x="0" y="0"/>
              <a:chExt cx="16769080" cy="36261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63500" y="63500"/>
                <a:ext cx="16642080" cy="3499104"/>
              </a:xfrm>
              <a:custGeom>
                <a:avLst/>
                <a:gdLst/>
                <a:ahLst/>
                <a:cxnLst/>
                <a:rect r="r" b="b" t="t" l="l"/>
                <a:pathLst>
                  <a:path h="3499104" w="16642080">
                    <a:moveTo>
                      <a:pt x="0" y="0"/>
                    </a:moveTo>
                    <a:lnTo>
                      <a:pt x="16642080" y="0"/>
                    </a:lnTo>
                    <a:lnTo>
                      <a:pt x="16642080" y="3499104"/>
                    </a:lnTo>
                    <a:lnTo>
                      <a:pt x="0" y="3499104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202565" y="164846"/>
                <a:ext cx="7362825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7362825">
                    <a:moveTo>
                      <a:pt x="0" y="0"/>
                    </a:moveTo>
                    <a:lnTo>
                      <a:pt x="7362825" y="0"/>
                    </a:lnTo>
                    <a:lnTo>
                      <a:pt x="7362825" y="742950"/>
                    </a:lnTo>
                    <a:lnTo>
                      <a:pt x="0" y="742950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7565390" y="164846"/>
                <a:ext cx="9010651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9010651">
                    <a:moveTo>
                      <a:pt x="0" y="0"/>
                    </a:moveTo>
                    <a:lnTo>
                      <a:pt x="9010651" y="0"/>
                    </a:lnTo>
                    <a:lnTo>
                      <a:pt x="9010651" y="742950"/>
                    </a:lnTo>
                    <a:lnTo>
                      <a:pt x="0" y="742950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202565" y="907796"/>
                <a:ext cx="7362825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7362825">
                    <a:moveTo>
                      <a:pt x="0" y="0"/>
                    </a:moveTo>
                    <a:lnTo>
                      <a:pt x="7362825" y="0"/>
                    </a:lnTo>
                    <a:lnTo>
                      <a:pt x="7362825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7565390" y="907796"/>
                <a:ext cx="9010651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9010651">
                    <a:moveTo>
                      <a:pt x="0" y="0"/>
                    </a:moveTo>
                    <a:lnTo>
                      <a:pt x="9010651" y="0"/>
                    </a:lnTo>
                    <a:lnTo>
                      <a:pt x="9010651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193040" y="155321"/>
                <a:ext cx="9525" cy="752475"/>
              </a:xfrm>
              <a:custGeom>
                <a:avLst/>
                <a:gdLst/>
                <a:ahLst/>
                <a:cxnLst/>
                <a:rect r="r" b="b" t="t" l="l"/>
                <a:pathLst>
                  <a:path h="752475" w="9525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193040" y="155321"/>
                <a:ext cx="7381875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7381875">
                    <a:moveTo>
                      <a:pt x="0" y="0"/>
                    </a:moveTo>
                    <a:lnTo>
                      <a:pt x="7381875" y="0"/>
                    </a:lnTo>
                    <a:lnTo>
                      <a:pt x="738187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7565390" y="155321"/>
                <a:ext cx="9525" cy="752475"/>
              </a:xfrm>
              <a:custGeom>
                <a:avLst/>
                <a:gdLst/>
                <a:ahLst/>
                <a:cxnLst/>
                <a:rect r="r" b="b" t="t" l="l"/>
                <a:pathLst>
                  <a:path h="752475" w="9525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7574915" y="155321"/>
                <a:ext cx="9001124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9001124">
                    <a:moveTo>
                      <a:pt x="0" y="0"/>
                    </a:moveTo>
                    <a:lnTo>
                      <a:pt x="9001124" y="0"/>
                    </a:lnTo>
                    <a:lnTo>
                      <a:pt x="9001124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16566514" y="155321"/>
                <a:ext cx="9525" cy="752475"/>
              </a:xfrm>
              <a:custGeom>
                <a:avLst/>
                <a:gdLst/>
                <a:ahLst/>
                <a:cxnLst/>
                <a:rect r="r" b="b" t="t" l="l"/>
                <a:pathLst>
                  <a:path h="752475" w="9525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193040" y="907796"/>
                <a:ext cx="9525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9525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193040" y="898271"/>
                <a:ext cx="7381875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7381875">
                    <a:moveTo>
                      <a:pt x="0" y="0"/>
                    </a:moveTo>
                    <a:lnTo>
                      <a:pt x="7381875" y="0"/>
                    </a:lnTo>
                    <a:lnTo>
                      <a:pt x="738187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7565390" y="907796"/>
                <a:ext cx="9525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9525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7574915" y="898271"/>
                <a:ext cx="9001124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9001124">
                    <a:moveTo>
                      <a:pt x="0" y="0"/>
                    </a:moveTo>
                    <a:lnTo>
                      <a:pt x="9001124" y="0"/>
                    </a:lnTo>
                    <a:lnTo>
                      <a:pt x="9001124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16566514" y="907796"/>
                <a:ext cx="9525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9525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193040" y="3384296"/>
                <a:ext cx="7381875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7381875">
                    <a:moveTo>
                      <a:pt x="0" y="0"/>
                    </a:moveTo>
                    <a:lnTo>
                      <a:pt x="7381875" y="0"/>
                    </a:lnTo>
                    <a:lnTo>
                      <a:pt x="738187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7574915" y="3384296"/>
                <a:ext cx="9001124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9001124">
                    <a:moveTo>
                      <a:pt x="0" y="0"/>
                    </a:moveTo>
                    <a:lnTo>
                      <a:pt x="9001124" y="0"/>
                    </a:lnTo>
                    <a:lnTo>
                      <a:pt x="9001124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575626" y="1553544"/>
              <a:ext cx="3139459" cy="458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b="true" sz="2057">
                  <a:solidFill>
                    <a:srgbClr val="1765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Outlier Sensitivity: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199621" y="1553544"/>
              <a:ext cx="4797423" cy="458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b="true" sz="2057">
                  <a:solidFill>
                    <a:srgbClr val="1765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Huber Loss Implementation: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613726" y="2332943"/>
              <a:ext cx="8630364" cy="1524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5"/>
                </a:lnSpc>
              </a:pPr>
              <a:r>
                <a:rPr lang="en-US" sz="20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Cyclones with extreme wind speeds (outliers/super cyclones) severely skew standard Mean Squared Error (MSE) loss functions, crashing model accuracy.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0275821" y="2326905"/>
              <a:ext cx="11078122" cy="1524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5"/>
                </a:lnSpc>
              </a:pPr>
              <a:r>
                <a:rPr lang="en-US" sz="20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 replaced standard loss with HuberLoss(delta=1.0). It acts as an L1 loss for large outlier errors and an L2 loss for small errors, providing extreme mathematical resilience to anomalous storms.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575626" y="460536"/>
              <a:ext cx="5596583" cy="52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1"/>
                </a:lnSpc>
              </a:pPr>
              <a:r>
                <a:rPr lang="en-US" b="true" sz="235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Potential Risks &amp; Challenges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0199621" y="460536"/>
              <a:ext cx="4739595" cy="52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1"/>
                </a:lnSpc>
              </a:pPr>
              <a:r>
                <a:rPr lang="en-US" b="true" sz="235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Overcoming these Risks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5087600" y="0"/>
            <a:ext cx="3120959" cy="1577818"/>
          </a:xfrm>
          <a:custGeom>
            <a:avLst/>
            <a:gdLst/>
            <a:ahLst/>
            <a:cxnLst/>
            <a:rect r="r" b="b" t="t" l="l"/>
            <a:pathLst>
              <a:path h="1577818" w="3120959">
                <a:moveTo>
                  <a:pt x="0" y="0"/>
                </a:moveTo>
                <a:lnTo>
                  <a:pt x="3120959" y="0"/>
                </a:lnTo>
                <a:lnTo>
                  <a:pt x="3120959" y="1577818"/>
                </a:lnTo>
                <a:lnTo>
                  <a:pt x="0" y="1577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49" id="4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Wizards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7275" y="2105892"/>
            <a:ext cx="15771780" cy="2650979"/>
            <a:chOff x="0" y="0"/>
            <a:chExt cx="21029039" cy="353463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20657" y="1096091"/>
              <a:ext cx="146910" cy="154517"/>
              <a:chOff x="0" y="0"/>
              <a:chExt cx="99617" cy="1047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617" cy="104775"/>
              </a:xfrm>
              <a:custGeom>
                <a:avLst/>
                <a:gdLst/>
                <a:ahLst/>
                <a:cxnLst/>
                <a:rect r="r" b="b" t="t" l="l"/>
                <a:pathLst>
                  <a:path h="104775" w="99617">
                    <a:moveTo>
                      <a:pt x="99617" y="52451"/>
                    </a:moveTo>
                    <a:cubicBezTo>
                      <a:pt x="99617" y="59436"/>
                      <a:pt x="98409" y="66040"/>
                      <a:pt x="95873" y="72517"/>
                    </a:cubicBezTo>
                    <a:lnTo>
                      <a:pt x="91647" y="70739"/>
                    </a:lnTo>
                    <a:lnTo>
                      <a:pt x="95873" y="72517"/>
                    </a:lnTo>
                    <a:cubicBezTo>
                      <a:pt x="93338" y="78994"/>
                      <a:pt x="89715" y="84582"/>
                      <a:pt x="85127" y="89535"/>
                    </a:cubicBezTo>
                    <a:cubicBezTo>
                      <a:pt x="80418" y="94488"/>
                      <a:pt x="75105" y="98171"/>
                      <a:pt x="68947" y="100838"/>
                    </a:cubicBezTo>
                    <a:lnTo>
                      <a:pt x="67256" y="96393"/>
                    </a:lnTo>
                    <a:lnTo>
                      <a:pt x="68947" y="100838"/>
                    </a:lnTo>
                    <a:cubicBezTo>
                      <a:pt x="62909" y="103505"/>
                      <a:pt x="56510" y="104775"/>
                      <a:pt x="49869" y="104775"/>
                    </a:cubicBezTo>
                    <a:cubicBezTo>
                      <a:pt x="43228" y="104775"/>
                      <a:pt x="36949" y="103378"/>
                      <a:pt x="30791" y="100838"/>
                    </a:cubicBezTo>
                    <a:lnTo>
                      <a:pt x="32481" y="96393"/>
                    </a:lnTo>
                    <a:lnTo>
                      <a:pt x="30791" y="100838"/>
                    </a:lnTo>
                    <a:cubicBezTo>
                      <a:pt x="24632" y="98171"/>
                      <a:pt x="19320" y="94361"/>
                      <a:pt x="14610" y="89535"/>
                    </a:cubicBezTo>
                    <a:cubicBezTo>
                      <a:pt x="9901" y="84582"/>
                      <a:pt x="6279" y="78867"/>
                      <a:pt x="3743" y="72390"/>
                    </a:cubicBezTo>
                    <a:lnTo>
                      <a:pt x="7969" y="70612"/>
                    </a:lnTo>
                    <a:lnTo>
                      <a:pt x="3743" y="72390"/>
                    </a:lnTo>
                    <a:cubicBezTo>
                      <a:pt x="1207" y="66040"/>
                      <a:pt x="0" y="59309"/>
                      <a:pt x="0" y="52324"/>
                    </a:cubicBezTo>
                    <a:lnTo>
                      <a:pt x="4468" y="52324"/>
                    </a:lnTo>
                    <a:lnTo>
                      <a:pt x="0" y="52324"/>
                    </a:lnTo>
                    <a:cubicBezTo>
                      <a:pt x="0" y="45339"/>
                      <a:pt x="1207" y="38735"/>
                      <a:pt x="3743" y="32258"/>
                    </a:cubicBezTo>
                    <a:cubicBezTo>
                      <a:pt x="6279" y="25908"/>
                      <a:pt x="9901" y="20193"/>
                      <a:pt x="14490" y="15240"/>
                    </a:cubicBezTo>
                    <a:lnTo>
                      <a:pt x="17750" y="18669"/>
                    </a:lnTo>
                    <a:lnTo>
                      <a:pt x="14490" y="15240"/>
                    </a:lnTo>
                    <a:cubicBezTo>
                      <a:pt x="19199" y="10414"/>
                      <a:pt x="24632" y="6604"/>
                      <a:pt x="30791" y="3937"/>
                    </a:cubicBezTo>
                    <a:cubicBezTo>
                      <a:pt x="36828" y="1270"/>
                      <a:pt x="43228" y="0"/>
                      <a:pt x="49869" y="0"/>
                    </a:cubicBezTo>
                    <a:lnTo>
                      <a:pt x="49869" y="4826"/>
                    </a:lnTo>
                    <a:lnTo>
                      <a:pt x="49869" y="0"/>
                    </a:lnTo>
                    <a:cubicBezTo>
                      <a:pt x="56389" y="0"/>
                      <a:pt x="62789" y="1270"/>
                      <a:pt x="68826" y="3937"/>
                    </a:cubicBezTo>
                    <a:cubicBezTo>
                      <a:pt x="74863" y="6604"/>
                      <a:pt x="80297" y="10414"/>
                      <a:pt x="85006" y="15240"/>
                    </a:cubicBezTo>
                    <a:lnTo>
                      <a:pt x="81746" y="18669"/>
                    </a:lnTo>
                    <a:lnTo>
                      <a:pt x="85006" y="15240"/>
                    </a:lnTo>
                    <a:cubicBezTo>
                      <a:pt x="89715" y="20193"/>
                      <a:pt x="93338" y="25781"/>
                      <a:pt x="95753" y="32258"/>
                    </a:cubicBezTo>
                    <a:cubicBezTo>
                      <a:pt x="98288" y="38735"/>
                      <a:pt x="99496" y="45339"/>
                      <a:pt x="99496" y="52324"/>
                    </a:cubicBezTo>
                    <a:moveTo>
                      <a:pt x="90440" y="52324"/>
                    </a:moveTo>
                    <a:lnTo>
                      <a:pt x="94907" y="52324"/>
                    </a:lnTo>
                    <a:lnTo>
                      <a:pt x="90440" y="52324"/>
                    </a:lnTo>
                    <a:cubicBezTo>
                      <a:pt x="90440" y="46609"/>
                      <a:pt x="89353" y="41148"/>
                      <a:pt x="87300" y="35941"/>
                    </a:cubicBezTo>
                    <a:lnTo>
                      <a:pt x="91527" y="34163"/>
                    </a:lnTo>
                    <a:lnTo>
                      <a:pt x="87300" y="35941"/>
                    </a:lnTo>
                    <a:cubicBezTo>
                      <a:pt x="85248" y="30734"/>
                      <a:pt x="82350" y="26035"/>
                      <a:pt x="78486" y="22098"/>
                    </a:cubicBezTo>
                    <a:cubicBezTo>
                      <a:pt x="74622" y="18034"/>
                      <a:pt x="70275" y="14986"/>
                      <a:pt x="65324" y="12827"/>
                    </a:cubicBezTo>
                    <a:lnTo>
                      <a:pt x="67136" y="8382"/>
                    </a:lnTo>
                    <a:lnTo>
                      <a:pt x="65445" y="12827"/>
                    </a:lnTo>
                    <a:cubicBezTo>
                      <a:pt x="60374" y="10668"/>
                      <a:pt x="55182" y="9525"/>
                      <a:pt x="49869" y="9525"/>
                    </a:cubicBezTo>
                    <a:cubicBezTo>
                      <a:pt x="44556" y="9525"/>
                      <a:pt x="39243" y="10668"/>
                      <a:pt x="34292" y="12827"/>
                    </a:cubicBezTo>
                    <a:lnTo>
                      <a:pt x="32481" y="8382"/>
                    </a:lnTo>
                    <a:lnTo>
                      <a:pt x="34172" y="12827"/>
                    </a:lnTo>
                    <a:cubicBezTo>
                      <a:pt x="29221" y="14986"/>
                      <a:pt x="24753" y="18034"/>
                      <a:pt x="21010" y="22098"/>
                    </a:cubicBezTo>
                    <a:cubicBezTo>
                      <a:pt x="17146" y="26162"/>
                      <a:pt x="14248" y="30734"/>
                      <a:pt x="12195" y="35941"/>
                    </a:cubicBezTo>
                    <a:lnTo>
                      <a:pt x="7969" y="34163"/>
                    </a:lnTo>
                    <a:lnTo>
                      <a:pt x="12195" y="35941"/>
                    </a:lnTo>
                    <a:cubicBezTo>
                      <a:pt x="10143" y="41148"/>
                      <a:pt x="9056" y="46609"/>
                      <a:pt x="9056" y="52324"/>
                    </a:cubicBezTo>
                    <a:cubicBezTo>
                      <a:pt x="9056" y="58039"/>
                      <a:pt x="10143" y="63500"/>
                      <a:pt x="12195" y="68707"/>
                    </a:cubicBezTo>
                    <a:cubicBezTo>
                      <a:pt x="14248" y="73914"/>
                      <a:pt x="17146" y="78613"/>
                      <a:pt x="21010" y="82677"/>
                    </a:cubicBezTo>
                    <a:lnTo>
                      <a:pt x="17750" y="86106"/>
                    </a:lnTo>
                    <a:lnTo>
                      <a:pt x="20889" y="82677"/>
                    </a:lnTo>
                    <a:cubicBezTo>
                      <a:pt x="24753" y="86741"/>
                      <a:pt x="29100" y="89789"/>
                      <a:pt x="34051" y="91948"/>
                    </a:cubicBezTo>
                    <a:cubicBezTo>
                      <a:pt x="39001" y="94107"/>
                      <a:pt x="44194" y="95250"/>
                      <a:pt x="49627" y="95250"/>
                    </a:cubicBezTo>
                    <a:lnTo>
                      <a:pt x="49627" y="99949"/>
                    </a:lnTo>
                    <a:lnTo>
                      <a:pt x="49627" y="95250"/>
                    </a:lnTo>
                    <a:cubicBezTo>
                      <a:pt x="55061" y="95250"/>
                      <a:pt x="60253" y="94107"/>
                      <a:pt x="65204" y="91948"/>
                    </a:cubicBezTo>
                    <a:cubicBezTo>
                      <a:pt x="70154" y="89789"/>
                      <a:pt x="74622" y="86741"/>
                      <a:pt x="78365" y="82677"/>
                    </a:cubicBezTo>
                    <a:lnTo>
                      <a:pt x="81505" y="86106"/>
                    </a:lnTo>
                    <a:lnTo>
                      <a:pt x="78244" y="82677"/>
                    </a:lnTo>
                    <a:cubicBezTo>
                      <a:pt x="82108" y="78613"/>
                      <a:pt x="85006" y="74041"/>
                      <a:pt x="87059" y="68707"/>
                    </a:cubicBezTo>
                    <a:cubicBezTo>
                      <a:pt x="89112" y="63373"/>
                      <a:pt x="90198" y="58039"/>
                      <a:pt x="90198" y="52324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0657" y="2641266"/>
              <a:ext cx="146910" cy="154517"/>
              <a:chOff x="0" y="0"/>
              <a:chExt cx="99617" cy="10477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9617" cy="104775"/>
              </a:xfrm>
              <a:custGeom>
                <a:avLst/>
                <a:gdLst/>
                <a:ahLst/>
                <a:cxnLst/>
                <a:rect r="r" b="b" t="t" l="l"/>
                <a:pathLst>
                  <a:path h="104775" w="99617">
                    <a:moveTo>
                      <a:pt x="99617" y="52451"/>
                    </a:moveTo>
                    <a:cubicBezTo>
                      <a:pt x="99617" y="59436"/>
                      <a:pt x="98409" y="66040"/>
                      <a:pt x="95873" y="72517"/>
                    </a:cubicBezTo>
                    <a:cubicBezTo>
                      <a:pt x="93338" y="78867"/>
                      <a:pt x="89715" y="84582"/>
                      <a:pt x="85127" y="89535"/>
                    </a:cubicBezTo>
                    <a:cubicBezTo>
                      <a:pt x="80418" y="94488"/>
                      <a:pt x="75105" y="98171"/>
                      <a:pt x="68947" y="100838"/>
                    </a:cubicBezTo>
                    <a:cubicBezTo>
                      <a:pt x="62909" y="103505"/>
                      <a:pt x="56510" y="104775"/>
                      <a:pt x="49869" y="104775"/>
                    </a:cubicBezTo>
                    <a:cubicBezTo>
                      <a:pt x="43228" y="104775"/>
                      <a:pt x="36949" y="103378"/>
                      <a:pt x="30791" y="100838"/>
                    </a:cubicBezTo>
                    <a:cubicBezTo>
                      <a:pt x="24753" y="98171"/>
                      <a:pt x="19320" y="94361"/>
                      <a:pt x="14610" y="89535"/>
                    </a:cubicBezTo>
                    <a:cubicBezTo>
                      <a:pt x="9901" y="84455"/>
                      <a:pt x="6279" y="78867"/>
                      <a:pt x="3743" y="72390"/>
                    </a:cubicBezTo>
                    <a:cubicBezTo>
                      <a:pt x="1207" y="66040"/>
                      <a:pt x="0" y="59309"/>
                      <a:pt x="0" y="52324"/>
                    </a:cubicBezTo>
                    <a:lnTo>
                      <a:pt x="4468" y="52324"/>
                    </a:lnTo>
                    <a:lnTo>
                      <a:pt x="0" y="52324"/>
                    </a:lnTo>
                    <a:cubicBezTo>
                      <a:pt x="0" y="45339"/>
                      <a:pt x="1207" y="38735"/>
                      <a:pt x="3743" y="32258"/>
                    </a:cubicBezTo>
                    <a:lnTo>
                      <a:pt x="7969" y="34036"/>
                    </a:lnTo>
                    <a:lnTo>
                      <a:pt x="3743" y="32258"/>
                    </a:lnTo>
                    <a:cubicBezTo>
                      <a:pt x="6279" y="25781"/>
                      <a:pt x="9901" y="20193"/>
                      <a:pt x="14490" y="15240"/>
                    </a:cubicBezTo>
                    <a:lnTo>
                      <a:pt x="17629" y="18669"/>
                    </a:lnTo>
                    <a:lnTo>
                      <a:pt x="14369" y="15240"/>
                    </a:lnTo>
                    <a:cubicBezTo>
                      <a:pt x="19199" y="10414"/>
                      <a:pt x="24632" y="6604"/>
                      <a:pt x="30791" y="3937"/>
                    </a:cubicBezTo>
                    <a:lnTo>
                      <a:pt x="32481" y="8382"/>
                    </a:lnTo>
                    <a:lnTo>
                      <a:pt x="30791" y="3937"/>
                    </a:lnTo>
                    <a:cubicBezTo>
                      <a:pt x="36828" y="1270"/>
                      <a:pt x="43228" y="0"/>
                      <a:pt x="49869" y="0"/>
                    </a:cubicBezTo>
                    <a:lnTo>
                      <a:pt x="49869" y="4826"/>
                    </a:lnTo>
                    <a:lnTo>
                      <a:pt x="49869" y="0"/>
                    </a:lnTo>
                    <a:cubicBezTo>
                      <a:pt x="56389" y="0"/>
                      <a:pt x="62789" y="1270"/>
                      <a:pt x="68826" y="3937"/>
                    </a:cubicBezTo>
                    <a:lnTo>
                      <a:pt x="67136" y="8382"/>
                    </a:lnTo>
                    <a:lnTo>
                      <a:pt x="68826" y="3937"/>
                    </a:lnTo>
                    <a:cubicBezTo>
                      <a:pt x="74984" y="6604"/>
                      <a:pt x="80297" y="10414"/>
                      <a:pt x="85006" y="15240"/>
                    </a:cubicBezTo>
                    <a:lnTo>
                      <a:pt x="81746" y="18669"/>
                    </a:lnTo>
                    <a:lnTo>
                      <a:pt x="85006" y="15240"/>
                    </a:lnTo>
                    <a:cubicBezTo>
                      <a:pt x="89715" y="20193"/>
                      <a:pt x="93338" y="25781"/>
                      <a:pt x="95753" y="32258"/>
                    </a:cubicBezTo>
                    <a:lnTo>
                      <a:pt x="91527" y="34036"/>
                    </a:lnTo>
                    <a:lnTo>
                      <a:pt x="95753" y="32258"/>
                    </a:lnTo>
                    <a:cubicBezTo>
                      <a:pt x="98288" y="38735"/>
                      <a:pt x="99496" y="45339"/>
                      <a:pt x="99496" y="52324"/>
                    </a:cubicBezTo>
                    <a:moveTo>
                      <a:pt x="90440" y="52324"/>
                    </a:moveTo>
                    <a:lnTo>
                      <a:pt x="94907" y="52324"/>
                    </a:lnTo>
                    <a:lnTo>
                      <a:pt x="90440" y="52324"/>
                    </a:lnTo>
                    <a:cubicBezTo>
                      <a:pt x="90440" y="46609"/>
                      <a:pt x="89353" y="41148"/>
                      <a:pt x="87300" y="35941"/>
                    </a:cubicBezTo>
                    <a:cubicBezTo>
                      <a:pt x="85248" y="30734"/>
                      <a:pt x="82350" y="26035"/>
                      <a:pt x="78486" y="22098"/>
                    </a:cubicBezTo>
                    <a:cubicBezTo>
                      <a:pt x="74622" y="18034"/>
                      <a:pt x="70275" y="14986"/>
                      <a:pt x="65324" y="12827"/>
                    </a:cubicBezTo>
                    <a:cubicBezTo>
                      <a:pt x="60374" y="10668"/>
                      <a:pt x="55182" y="9525"/>
                      <a:pt x="49869" y="9525"/>
                    </a:cubicBezTo>
                    <a:cubicBezTo>
                      <a:pt x="44556" y="9525"/>
                      <a:pt x="39243" y="10668"/>
                      <a:pt x="34292" y="12827"/>
                    </a:cubicBezTo>
                    <a:cubicBezTo>
                      <a:pt x="29342" y="14986"/>
                      <a:pt x="24874" y="18034"/>
                      <a:pt x="21131" y="22098"/>
                    </a:cubicBezTo>
                    <a:cubicBezTo>
                      <a:pt x="17267" y="26162"/>
                      <a:pt x="14369" y="30734"/>
                      <a:pt x="12316" y="35941"/>
                    </a:cubicBezTo>
                    <a:cubicBezTo>
                      <a:pt x="10264" y="41148"/>
                      <a:pt x="9056" y="46736"/>
                      <a:pt x="9056" y="52324"/>
                    </a:cubicBezTo>
                    <a:cubicBezTo>
                      <a:pt x="9056" y="58039"/>
                      <a:pt x="10143" y="63500"/>
                      <a:pt x="12195" y="68707"/>
                    </a:cubicBezTo>
                    <a:lnTo>
                      <a:pt x="7969" y="70485"/>
                    </a:lnTo>
                    <a:lnTo>
                      <a:pt x="12195" y="68707"/>
                    </a:lnTo>
                    <a:cubicBezTo>
                      <a:pt x="14248" y="73914"/>
                      <a:pt x="17146" y="78613"/>
                      <a:pt x="21010" y="82677"/>
                    </a:cubicBezTo>
                    <a:lnTo>
                      <a:pt x="17750" y="86106"/>
                    </a:lnTo>
                    <a:lnTo>
                      <a:pt x="21010" y="82677"/>
                    </a:lnTo>
                    <a:cubicBezTo>
                      <a:pt x="24874" y="86741"/>
                      <a:pt x="29221" y="89789"/>
                      <a:pt x="34292" y="91948"/>
                    </a:cubicBezTo>
                    <a:lnTo>
                      <a:pt x="32602" y="96393"/>
                    </a:lnTo>
                    <a:lnTo>
                      <a:pt x="34292" y="91948"/>
                    </a:lnTo>
                    <a:cubicBezTo>
                      <a:pt x="39243" y="94107"/>
                      <a:pt x="44435" y="95250"/>
                      <a:pt x="49869" y="95250"/>
                    </a:cubicBezTo>
                    <a:lnTo>
                      <a:pt x="49869" y="99949"/>
                    </a:lnTo>
                    <a:lnTo>
                      <a:pt x="49869" y="95250"/>
                    </a:lnTo>
                    <a:cubicBezTo>
                      <a:pt x="55302" y="95250"/>
                      <a:pt x="60494" y="94107"/>
                      <a:pt x="65445" y="91948"/>
                    </a:cubicBezTo>
                    <a:lnTo>
                      <a:pt x="67136" y="96393"/>
                    </a:lnTo>
                    <a:lnTo>
                      <a:pt x="65445" y="91948"/>
                    </a:lnTo>
                    <a:cubicBezTo>
                      <a:pt x="70396" y="89789"/>
                      <a:pt x="74863" y="86741"/>
                      <a:pt x="78727" y="82677"/>
                    </a:cubicBezTo>
                    <a:lnTo>
                      <a:pt x="81987" y="86106"/>
                    </a:lnTo>
                    <a:lnTo>
                      <a:pt x="78727" y="82677"/>
                    </a:lnTo>
                    <a:cubicBezTo>
                      <a:pt x="82591" y="78613"/>
                      <a:pt x="85489" y="74041"/>
                      <a:pt x="87542" y="68707"/>
                    </a:cubicBezTo>
                    <a:lnTo>
                      <a:pt x="91768" y="70485"/>
                    </a:lnTo>
                    <a:lnTo>
                      <a:pt x="87542" y="68707"/>
                    </a:lnTo>
                    <a:cubicBezTo>
                      <a:pt x="89595" y="63500"/>
                      <a:pt x="90681" y="58039"/>
                      <a:pt x="90681" y="52324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-76200"/>
              <a:ext cx="8976539" cy="64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b="true" sz="2786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Potential impact on the target audience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659864" y="2440878"/>
              <a:ext cx="121107" cy="545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6"/>
                </a:lnSpc>
              </a:pPr>
              <a:r>
                <a:rPr lang="en-US" b="true" sz="245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74577" y="872442"/>
              <a:ext cx="20356693" cy="1139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64"/>
                </a:lnSpc>
              </a:pPr>
              <a:r>
                <a:rPr lang="en-US" b="true" sz="246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Primary Users:</a:t>
              </a:r>
              <a:r>
                <a:rPr lang="en-US" sz="24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Empowers the India Meteorological Department (IMD) and National Disaster Management Authority (NDMA) with high-confidence forecasting.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74577" y="2417616"/>
              <a:ext cx="20554462" cy="1117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6"/>
                </a:lnSpc>
              </a:pPr>
              <a:r>
                <a:rPr lang="en-US" b="true" sz="245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Secondary Users:</a:t>
              </a:r>
              <a:r>
                <a:rPr lang="en-US" sz="245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Assists maritime shipping, Coast Guard, and vulnerable coastal zone populations across the subcontinent.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087600" y="0"/>
            <a:ext cx="3120959" cy="1577818"/>
          </a:xfrm>
          <a:custGeom>
            <a:avLst/>
            <a:gdLst/>
            <a:ahLst/>
            <a:cxnLst/>
            <a:rect r="r" b="b" t="t" l="l"/>
            <a:pathLst>
              <a:path h="1577818" w="3120959">
                <a:moveTo>
                  <a:pt x="0" y="0"/>
                </a:moveTo>
                <a:lnTo>
                  <a:pt x="3120959" y="0"/>
                </a:lnTo>
                <a:lnTo>
                  <a:pt x="3120959" y="1577818"/>
                </a:lnTo>
                <a:lnTo>
                  <a:pt x="0" y="1577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24" id="2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Wizards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5375" y="5143500"/>
            <a:ext cx="15771431" cy="3707486"/>
            <a:chOff x="0" y="0"/>
            <a:chExt cx="21028575" cy="494331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1028575" cy="4943315"/>
              <a:chOff x="0" y="0"/>
              <a:chExt cx="15425225" cy="36261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58411" y="63500"/>
                <a:ext cx="15308403" cy="3499104"/>
              </a:xfrm>
              <a:custGeom>
                <a:avLst/>
                <a:gdLst/>
                <a:ahLst/>
                <a:cxnLst/>
                <a:rect r="r" b="b" t="t" l="l"/>
                <a:pathLst>
                  <a:path h="3499104" w="15308403">
                    <a:moveTo>
                      <a:pt x="0" y="0"/>
                    </a:moveTo>
                    <a:lnTo>
                      <a:pt x="15308403" y="0"/>
                    </a:lnTo>
                    <a:lnTo>
                      <a:pt x="15308403" y="3499104"/>
                    </a:lnTo>
                    <a:lnTo>
                      <a:pt x="0" y="3499104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186332" y="164846"/>
                <a:ext cx="6772777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6772777">
                    <a:moveTo>
                      <a:pt x="0" y="0"/>
                    </a:moveTo>
                    <a:lnTo>
                      <a:pt x="6772777" y="0"/>
                    </a:lnTo>
                    <a:lnTo>
                      <a:pt x="6772777" y="742950"/>
                    </a:lnTo>
                    <a:lnTo>
                      <a:pt x="0" y="742950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6959109" y="164846"/>
                <a:ext cx="8288548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8288548">
                    <a:moveTo>
                      <a:pt x="0" y="0"/>
                    </a:moveTo>
                    <a:lnTo>
                      <a:pt x="8288548" y="0"/>
                    </a:lnTo>
                    <a:lnTo>
                      <a:pt x="8288548" y="742950"/>
                    </a:lnTo>
                    <a:lnTo>
                      <a:pt x="0" y="742950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186332" y="907796"/>
                <a:ext cx="6772777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6772777">
                    <a:moveTo>
                      <a:pt x="0" y="0"/>
                    </a:moveTo>
                    <a:lnTo>
                      <a:pt x="6772777" y="0"/>
                    </a:lnTo>
                    <a:lnTo>
                      <a:pt x="6772777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6959109" y="907796"/>
                <a:ext cx="8288548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8288548">
                    <a:moveTo>
                      <a:pt x="0" y="0"/>
                    </a:moveTo>
                    <a:lnTo>
                      <a:pt x="8288548" y="0"/>
                    </a:lnTo>
                    <a:lnTo>
                      <a:pt x="8288548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177570" y="155321"/>
                <a:ext cx="8762" cy="752475"/>
              </a:xfrm>
              <a:custGeom>
                <a:avLst/>
                <a:gdLst/>
                <a:ahLst/>
                <a:cxnLst/>
                <a:rect r="r" b="b" t="t" l="l"/>
                <a:pathLst>
                  <a:path h="752475" w="8762">
                    <a:moveTo>
                      <a:pt x="0" y="0"/>
                    </a:moveTo>
                    <a:lnTo>
                      <a:pt x="8762" y="0"/>
                    </a:lnTo>
                    <a:lnTo>
                      <a:pt x="8762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177570" y="155321"/>
                <a:ext cx="6790300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6790300">
                    <a:moveTo>
                      <a:pt x="0" y="0"/>
                    </a:moveTo>
                    <a:lnTo>
                      <a:pt x="6790300" y="0"/>
                    </a:lnTo>
                    <a:lnTo>
                      <a:pt x="679030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6959109" y="155321"/>
                <a:ext cx="8761" cy="752475"/>
              </a:xfrm>
              <a:custGeom>
                <a:avLst/>
                <a:gdLst/>
                <a:ahLst/>
                <a:cxnLst/>
                <a:rect r="r" b="b" t="t" l="l"/>
                <a:pathLst>
                  <a:path h="752475" w="8761">
                    <a:moveTo>
                      <a:pt x="0" y="0"/>
                    </a:moveTo>
                    <a:lnTo>
                      <a:pt x="8761" y="0"/>
                    </a:lnTo>
                    <a:lnTo>
                      <a:pt x="8761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6967870" y="155321"/>
                <a:ext cx="8279785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8279785">
                    <a:moveTo>
                      <a:pt x="0" y="0"/>
                    </a:moveTo>
                    <a:lnTo>
                      <a:pt x="8279785" y="0"/>
                    </a:lnTo>
                    <a:lnTo>
                      <a:pt x="827978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15238893" y="155321"/>
                <a:ext cx="8762" cy="752475"/>
              </a:xfrm>
              <a:custGeom>
                <a:avLst/>
                <a:gdLst/>
                <a:ahLst/>
                <a:cxnLst/>
                <a:rect r="r" b="b" t="t" l="l"/>
                <a:pathLst>
                  <a:path h="752475" w="8762">
                    <a:moveTo>
                      <a:pt x="0" y="0"/>
                    </a:moveTo>
                    <a:lnTo>
                      <a:pt x="8762" y="0"/>
                    </a:lnTo>
                    <a:lnTo>
                      <a:pt x="8762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177570" y="907796"/>
                <a:ext cx="8762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8762">
                    <a:moveTo>
                      <a:pt x="0" y="0"/>
                    </a:moveTo>
                    <a:lnTo>
                      <a:pt x="8762" y="0"/>
                    </a:lnTo>
                    <a:lnTo>
                      <a:pt x="8762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177570" y="898271"/>
                <a:ext cx="6790300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6790300">
                    <a:moveTo>
                      <a:pt x="0" y="0"/>
                    </a:moveTo>
                    <a:lnTo>
                      <a:pt x="6790300" y="0"/>
                    </a:lnTo>
                    <a:lnTo>
                      <a:pt x="679030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6959109" y="907796"/>
                <a:ext cx="8761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8761">
                    <a:moveTo>
                      <a:pt x="0" y="0"/>
                    </a:moveTo>
                    <a:lnTo>
                      <a:pt x="8761" y="0"/>
                    </a:lnTo>
                    <a:lnTo>
                      <a:pt x="8761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6967870" y="898271"/>
                <a:ext cx="8279785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8279785">
                    <a:moveTo>
                      <a:pt x="0" y="0"/>
                    </a:moveTo>
                    <a:lnTo>
                      <a:pt x="8279785" y="0"/>
                    </a:lnTo>
                    <a:lnTo>
                      <a:pt x="827978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15238893" y="907796"/>
                <a:ext cx="8762" cy="2486025"/>
              </a:xfrm>
              <a:custGeom>
                <a:avLst/>
                <a:gdLst/>
                <a:ahLst/>
                <a:cxnLst/>
                <a:rect r="r" b="b" t="t" l="l"/>
                <a:pathLst>
                  <a:path h="2486025" w="8762">
                    <a:moveTo>
                      <a:pt x="0" y="0"/>
                    </a:moveTo>
                    <a:lnTo>
                      <a:pt x="8762" y="0"/>
                    </a:lnTo>
                    <a:lnTo>
                      <a:pt x="8762" y="2486025"/>
                    </a:lnTo>
                    <a:lnTo>
                      <a:pt x="0" y="24860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177570" y="3384296"/>
                <a:ext cx="6790300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6790300">
                    <a:moveTo>
                      <a:pt x="0" y="0"/>
                    </a:moveTo>
                    <a:lnTo>
                      <a:pt x="6790300" y="0"/>
                    </a:lnTo>
                    <a:lnTo>
                      <a:pt x="679030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6967870" y="3384296"/>
                <a:ext cx="8279785" cy="9525"/>
              </a:xfrm>
              <a:custGeom>
                <a:avLst/>
                <a:gdLst/>
                <a:ahLst/>
                <a:cxnLst/>
                <a:rect r="r" b="b" t="t" l="l"/>
                <a:pathLst>
                  <a:path h="9525" w="8279785">
                    <a:moveTo>
                      <a:pt x="0" y="0"/>
                    </a:moveTo>
                    <a:lnTo>
                      <a:pt x="8279785" y="0"/>
                    </a:lnTo>
                    <a:lnTo>
                      <a:pt x="8279785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CBD5E1"/>
              </a:solidFill>
            </p:spPr>
          </p:sp>
        </p:grpSp>
        <p:sp>
          <p:nvSpPr>
            <p:cNvPr name="TextBox 45" id="45"/>
            <p:cNvSpPr txBox="true"/>
            <p:nvPr/>
          </p:nvSpPr>
          <p:spPr>
            <a:xfrm rot="0">
              <a:off x="600779" y="1502578"/>
              <a:ext cx="6175070" cy="2455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116">
                  <a:solidFill>
                    <a:srgbClr val="1765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Mission Zero Casualty</a:t>
              </a:r>
            </a:p>
            <a:p>
              <a:pPr algn="just">
                <a:lnSpc>
                  <a:spcPts val="2936"/>
                </a:lnSpc>
              </a:pPr>
              <a:r>
                <a:rPr lang="en-US" sz="1957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Delivers near-instantaneous, objective cyclone intensity estimations (in knots) to disaster agencies, bypassing human cognitive fatigue.</a:t>
              </a:r>
            </a:p>
          </p:txBody>
        </p:sp>
        <p:sp>
          <p:nvSpPr>
            <p:cNvPr name="AutoShape 46" id="46"/>
            <p:cNvSpPr/>
            <p:nvPr/>
          </p:nvSpPr>
          <p:spPr>
            <a:xfrm flipH="true" flipV="true">
              <a:off x="7206635" y="1228539"/>
              <a:ext cx="26510" cy="3388389"/>
            </a:xfrm>
            <a:prstGeom prst="line">
              <a:avLst/>
            </a:prstGeom>
            <a:ln cap="flat" w="13255">
              <a:solidFill>
                <a:srgbClr val="CBD5E1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7" id="47"/>
            <p:cNvGrpSpPr/>
            <p:nvPr/>
          </p:nvGrpSpPr>
          <p:grpSpPr>
            <a:xfrm rot="0">
              <a:off x="8978428" y="252466"/>
              <a:ext cx="2345838" cy="976072"/>
              <a:chOff x="0" y="0"/>
              <a:chExt cx="443975" cy="18473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43975" cy="184732"/>
              </a:xfrm>
              <a:custGeom>
                <a:avLst/>
                <a:gdLst/>
                <a:ahLst/>
                <a:cxnLst/>
                <a:rect r="r" b="b" t="t" l="l"/>
                <a:pathLst>
                  <a:path h="184732" w="443975">
                    <a:moveTo>
                      <a:pt x="0" y="0"/>
                    </a:moveTo>
                    <a:lnTo>
                      <a:pt x="443975" y="0"/>
                    </a:lnTo>
                    <a:lnTo>
                      <a:pt x="443975" y="184732"/>
                    </a:lnTo>
                    <a:lnTo>
                      <a:pt x="0" y="184732"/>
                    </a:lnTo>
                    <a:close/>
                  </a:path>
                </a:pathLst>
              </a:custGeom>
              <a:solidFill>
                <a:srgbClr val="1765AD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43975" cy="241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81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9766972" y="1241794"/>
              <a:ext cx="696916" cy="3375134"/>
              <a:chOff x="0" y="0"/>
              <a:chExt cx="131899" cy="63878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31899" cy="638780"/>
              </a:xfrm>
              <a:custGeom>
                <a:avLst/>
                <a:gdLst/>
                <a:ahLst/>
                <a:cxnLst/>
                <a:rect r="r" b="b" t="t" l="l"/>
                <a:pathLst>
                  <a:path h="638780" w="131899">
                    <a:moveTo>
                      <a:pt x="0" y="0"/>
                    </a:moveTo>
                    <a:lnTo>
                      <a:pt x="131899" y="0"/>
                    </a:lnTo>
                    <a:lnTo>
                      <a:pt x="131899" y="638780"/>
                    </a:lnTo>
                    <a:lnTo>
                      <a:pt x="0" y="63878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131899" cy="6959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81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494739" y="483158"/>
              <a:ext cx="5841140" cy="566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1"/>
                </a:lnSpc>
              </a:pPr>
              <a:r>
                <a:rPr lang="en-US" b="true" sz="255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  <a:r>
                <a:rPr lang="en-US" b="true" sz="255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enefits of the Solution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7632171" y="1502578"/>
              <a:ext cx="5525481" cy="2455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116">
                  <a:solidFill>
                    <a:srgbClr val="1765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Mathematical Accuracy</a:t>
              </a:r>
            </a:p>
            <a:p>
              <a:pPr algn="just">
                <a:lnSpc>
                  <a:spcPts val="2936"/>
                </a:lnSpc>
              </a:pPr>
              <a:r>
                <a:rPr lang="en-US" sz="1957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combination of Test-Time Augmentation (TTA) and dual-sensor fusion drastically lowers the Mean Absolute Error (MAE) and RMSE.</a:t>
              </a:r>
            </a:p>
          </p:txBody>
        </p:sp>
        <p:sp>
          <p:nvSpPr>
            <p:cNvPr name="AutoShape 55" id="55"/>
            <p:cNvSpPr/>
            <p:nvPr/>
          </p:nvSpPr>
          <p:spPr>
            <a:xfrm flipH="true" flipV="true">
              <a:off x="13724292" y="1228487"/>
              <a:ext cx="26510" cy="3388389"/>
            </a:xfrm>
            <a:prstGeom prst="line">
              <a:avLst/>
            </a:prstGeom>
            <a:ln cap="flat" w="13255">
              <a:solidFill>
                <a:srgbClr val="CBD5E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14181588" y="1502578"/>
              <a:ext cx="6062836" cy="1964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116">
                  <a:solidFill>
                    <a:srgbClr val="1765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Scalable Architecture</a:t>
              </a:r>
            </a:p>
            <a:p>
              <a:pPr algn="just">
                <a:lnSpc>
                  <a:spcPts val="2936"/>
                </a:lnSpc>
              </a:pPr>
              <a:r>
                <a:rPr lang="en-US" sz="1957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lightweight .pt (PyTorch) model state dictionary can be deployed instantly for</a:t>
              </a:r>
            </a:p>
            <a:p>
              <a:pPr algn="just">
                <a:lnSpc>
                  <a:spcPts val="2936"/>
                </a:lnSpc>
              </a:pPr>
              <a:r>
                <a:rPr lang="en-US" sz="1957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live inference without retraining.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2598" y="3003836"/>
            <a:ext cx="124066" cy="124066"/>
            <a:chOff x="0" y="0"/>
            <a:chExt cx="104775" cy="1047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75" cy="104775"/>
            </a:xfrm>
            <a:custGeom>
              <a:avLst/>
              <a:gdLst/>
              <a:ahLst/>
              <a:cxnLst/>
              <a:rect r="r" b="b" t="t" l="l"/>
              <a:pathLst>
                <a:path h="104775" w="104775">
                  <a:moveTo>
                    <a:pt x="104775" y="52451"/>
                  </a:moveTo>
                  <a:cubicBezTo>
                    <a:pt x="104775" y="59436"/>
                    <a:pt x="103505" y="66040"/>
                    <a:pt x="100838" y="72517"/>
                  </a:cubicBezTo>
                  <a:cubicBezTo>
                    <a:pt x="98171" y="78867"/>
                    <a:pt x="94361" y="84582"/>
                    <a:pt x="89535" y="89535"/>
                  </a:cubicBezTo>
                  <a:cubicBezTo>
                    <a:pt x="84582" y="94488"/>
                    <a:pt x="78994" y="98171"/>
                    <a:pt x="72517" y="100838"/>
                  </a:cubicBezTo>
                  <a:lnTo>
                    <a:pt x="70739" y="96393"/>
                  </a:lnTo>
                  <a:lnTo>
                    <a:pt x="72517" y="100838"/>
                  </a:lnTo>
                  <a:cubicBezTo>
                    <a:pt x="66167" y="103505"/>
                    <a:pt x="59436" y="104775"/>
                    <a:pt x="52451" y="104775"/>
                  </a:cubicBezTo>
                  <a:cubicBezTo>
                    <a:pt x="45466" y="104775"/>
                    <a:pt x="38862" y="103378"/>
                    <a:pt x="32385" y="100838"/>
                  </a:cubicBezTo>
                  <a:lnTo>
                    <a:pt x="34163" y="96393"/>
                  </a:lnTo>
                  <a:lnTo>
                    <a:pt x="32385" y="100838"/>
                  </a:lnTo>
                  <a:cubicBezTo>
                    <a:pt x="25908" y="98171"/>
                    <a:pt x="20320" y="94361"/>
                    <a:pt x="15367" y="89535"/>
                  </a:cubicBezTo>
                  <a:cubicBezTo>
                    <a:pt x="10414" y="84455"/>
                    <a:pt x="6604" y="78867"/>
                    <a:pt x="3937" y="72390"/>
                  </a:cubicBezTo>
                  <a:cubicBezTo>
                    <a:pt x="1270" y="66040"/>
                    <a:pt x="0" y="59309"/>
                    <a:pt x="0" y="52324"/>
                  </a:cubicBezTo>
                  <a:lnTo>
                    <a:pt x="4699" y="52324"/>
                  </a:lnTo>
                  <a:lnTo>
                    <a:pt x="0" y="52324"/>
                  </a:lnTo>
                  <a:cubicBezTo>
                    <a:pt x="0" y="45339"/>
                    <a:pt x="1270" y="38735"/>
                    <a:pt x="3937" y="32258"/>
                  </a:cubicBezTo>
                  <a:cubicBezTo>
                    <a:pt x="6604" y="25908"/>
                    <a:pt x="10414" y="20193"/>
                    <a:pt x="15240" y="15240"/>
                  </a:cubicBezTo>
                  <a:lnTo>
                    <a:pt x="18669" y="18669"/>
                  </a:lnTo>
                  <a:lnTo>
                    <a:pt x="15240" y="15240"/>
                  </a:lnTo>
                  <a:cubicBezTo>
                    <a:pt x="20193" y="10414"/>
                    <a:pt x="25908" y="6604"/>
                    <a:pt x="32385" y="3937"/>
                  </a:cubicBezTo>
                  <a:cubicBezTo>
                    <a:pt x="38735" y="1270"/>
                    <a:pt x="45466" y="0"/>
                    <a:pt x="52451" y="0"/>
                  </a:cubicBezTo>
                  <a:lnTo>
                    <a:pt x="52451" y="4826"/>
                  </a:lnTo>
                  <a:lnTo>
                    <a:pt x="52451" y="0"/>
                  </a:lnTo>
                  <a:cubicBezTo>
                    <a:pt x="59309" y="0"/>
                    <a:pt x="66040" y="1270"/>
                    <a:pt x="72390" y="3937"/>
                  </a:cubicBezTo>
                  <a:cubicBezTo>
                    <a:pt x="78740" y="6604"/>
                    <a:pt x="84455" y="10414"/>
                    <a:pt x="89408" y="15240"/>
                  </a:cubicBezTo>
                  <a:cubicBezTo>
                    <a:pt x="94361" y="20193"/>
                    <a:pt x="98171" y="25781"/>
                    <a:pt x="100711" y="32258"/>
                  </a:cubicBezTo>
                  <a:cubicBezTo>
                    <a:pt x="103378" y="38735"/>
                    <a:pt x="104648" y="45339"/>
                    <a:pt x="104648" y="52324"/>
                  </a:cubicBezTo>
                  <a:moveTo>
                    <a:pt x="95123" y="52324"/>
                  </a:moveTo>
                  <a:lnTo>
                    <a:pt x="99822" y="52324"/>
                  </a:lnTo>
                  <a:lnTo>
                    <a:pt x="95123" y="52324"/>
                  </a:lnTo>
                  <a:cubicBezTo>
                    <a:pt x="95123" y="46609"/>
                    <a:pt x="93980" y="41148"/>
                    <a:pt x="91821" y="35941"/>
                  </a:cubicBezTo>
                  <a:lnTo>
                    <a:pt x="96266" y="34163"/>
                  </a:lnTo>
                  <a:lnTo>
                    <a:pt x="91821" y="35941"/>
                  </a:lnTo>
                  <a:cubicBezTo>
                    <a:pt x="89662" y="30734"/>
                    <a:pt x="86614" y="26035"/>
                    <a:pt x="82550" y="22098"/>
                  </a:cubicBezTo>
                  <a:lnTo>
                    <a:pt x="85979" y="18669"/>
                  </a:lnTo>
                  <a:lnTo>
                    <a:pt x="82550" y="22098"/>
                  </a:lnTo>
                  <a:cubicBezTo>
                    <a:pt x="78486" y="18034"/>
                    <a:pt x="73914" y="14986"/>
                    <a:pt x="68580" y="12827"/>
                  </a:cubicBezTo>
                  <a:lnTo>
                    <a:pt x="70612" y="8382"/>
                  </a:lnTo>
                  <a:lnTo>
                    <a:pt x="68834" y="12827"/>
                  </a:lnTo>
                  <a:cubicBezTo>
                    <a:pt x="63500" y="10668"/>
                    <a:pt x="58039" y="9525"/>
                    <a:pt x="52451" y="9525"/>
                  </a:cubicBezTo>
                  <a:cubicBezTo>
                    <a:pt x="46863" y="9525"/>
                    <a:pt x="41275" y="10668"/>
                    <a:pt x="36068" y="12827"/>
                  </a:cubicBezTo>
                  <a:lnTo>
                    <a:pt x="34163" y="8382"/>
                  </a:lnTo>
                  <a:lnTo>
                    <a:pt x="35941" y="12827"/>
                  </a:lnTo>
                  <a:cubicBezTo>
                    <a:pt x="30734" y="14986"/>
                    <a:pt x="26035" y="18034"/>
                    <a:pt x="21971" y="22098"/>
                  </a:cubicBezTo>
                  <a:cubicBezTo>
                    <a:pt x="17907" y="26162"/>
                    <a:pt x="14859" y="30734"/>
                    <a:pt x="12700" y="35941"/>
                  </a:cubicBezTo>
                  <a:lnTo>
                    <a:pt x="8382" y="34163"/>
                  </a:lnTo>
                  <a:lnTo>
                    <a:pt x="12827" y="35941"/>
                  </a:lnTo>
                  <a:cubicBezTo>
                    <a:pt x="10668" y="41148"/>
                    <a:pt x="9525" y="46609"/>
                    <a:pt x="9525" y="52324"/>
                  </a:cubicBezTo>
                  <a:cubicBezTo>
                    <a:pt x="9525" y="58039"/>
                    <a:pt x="10668" y="63500"/>
                    <a:pt x="12827" y="68707"/>
                  </a:cubicBezTo>
                  <a:lnTo>
                    <a:pt x="8382" y="70485"/>
                  </a:lnTo>
                  <a:lnTo>
                    <a:pt x="12827" y="68707"/>
                  </a:lnTo>
                  <a:cubicBezTo>
                    <a:pt x="14986" y="73914"/>
                    <a:pt x="18034" y="78613"/>
                    <a:pt x="22098" y="82677"/>
                  </a:cubicBezTo>
                  <a:lnTo>
                    <a:pt x="18669" y="86106"/>
                  </a:lnTo>
                  <a:lnTo>
                    <a:pt x="21971" y="82677"/>
                  </a:lnTo>
                  <a:cubicBezTo>
                    <a:pt x="26035" y="86741"/>
                    <a:pt x="30607" y="89789"/>
                    <a:pt x="35814" y="91948"/>
                  </a:cubicBezTo>
                  <a:cubicBezTo>
                    <a:pt x="41021" y="94107"/>
                    <a:pt x="46482" y="95250"/>
                    <a:pt x="52197" y="95250"/>
                  </a:cubicBezTo>
                  <a:lnTo>
                    <a:pt x="52197" y="99949"/>
                  </a:lnTo>
                  <a:lnTo>
                    <a:pt x="52197" y="95250"/>
                  </a:lnTo>
                  <a:cubicBezTo>
                    <a:pt x="57912" y="95250"/>
                    <a:pt x="63373" y="94107"/>
                    <a:pt x="68580" y="91948"/>
                  </a:cubicBezTo>
                  <a:cubicBezTo>
                    <a:pt x="73787" y="89789"/>
                    <a:pt x="78486" y="86741"/>
                    <a:pt x="82423" y="82677"/>
                  </a:cubicBezTo>
                  <a:lnTo>
                    <a:pt x="85725" y="86106"/>
                  </a:lnTo>
                  <a:lnTo>
                    <a:pt x="82296" y="82677"/>
                  </a:lnTo>
                  <a:cubicBezTo>
                    <a:pt x="86360" y="78613"/>
                    <a:pt x="89408" y="74041"/>
                    <a:pt x="91567" y="68707"/>
                  </a:cubicBezTo>
                  <a:lnTo>
                    <a:pt x="96012" y="70485"/>
                  </a:lnTo>
                  <a:lnTo>
                    <a:pt x="91567" y="68707"/>
                  </a:lnTo>
                  <a:cubicBezTo>
                    <a:pt x="93726" y="63500"/>
                    <a:pt x="94869" y="58039"/>
                    <a:pt x="94869" y="523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22278" y="4774333"/>
            <a:ext cx="124066" cy="124066"/>
            <a:chOff x="0" y="0"/>
            <a:chExt cx="104775" cy="1047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775" cy="104775"/>
            </a:xfrm>
            <a:custGeom>
              <a:avLst/>
              <a:gdLst/>
              <a:ahLst/>
              <a:cxnLst/>
              <a:rect r="r" b="b" t="t" l="l"/>
              <a:pathLst>
                <a:path h="104775" w="104775">
                  <a:moveTo>
                    <a:pt x="104775" y="52451"/>
                  </a:moveTo>
                  <a:cubicBezTo>
                    <a:pt x="104775" y="59436"/>
                    <a:pt x="103505" y="66040"/>
                    <a:pt x="100838" y="72517"/>
                  </a:cubicBezTo>
                  <a:lnTo>
                    <a:pt x="96393" y="70739"/>
                  </a:lnTo>
                  <a:lnTo>
                    <a:pt x="100838" y="72517"/>
                  </a:lnTo>
                  <a:cubicBezTo>
                    <a:pt x="98171" y="78994"/>
                    <a:pt x="94361" y="84582"/>
                    <a:pt x="89535" y="89535"/>
                  </a:cubicBezTo>
                  <a:cubicBezTo>
                    <a:pt x="84582" y="94488"/>
                    <a:pt x="78994" y="98171"/>
                    <a:pt x="72517" y="100838"/>
                  </a:cubicBezTo>
                  <a:lnTo>
                    <a:pt x="70739" y="96393"/>
                  </a:lnTo>
                  <a:lnTo>
                    <a:pt x="72517" y="100838"/>
                  </a:lnTo>
                  <a:cubicBezTo>
                    <a:pt x="66167" y="103505"/>
                    <a:pt x="59436" y="104775"/>
                    <a:pt x="52451" y="104775"/>
                  </a:cubicBezTo>
                  <a:cubicBezTo>
                    <a:pt x="45466" y="104775"/>
                    <a:pt x="38862" y="103378"/>
                    <a:pt x="32385" y="100838"/>
                  </a:cubicBezTo>
                  <a:lnTo>
                    <a:pt x="34163" y="96393"/>
                  </a:lnTo>
                  <a:lnTo>
                    <a:pt x="32385" y="100838"/>
                  </a:lnTo>
                  <a:cubicBezTo>
                    <a:pt x="25908" y="98171"/>
                    <a:pt x="20320" y="94361"/>
                    <a:pt x="15367" y="89535"/>
                  </a:cubicBezTo>
                  <a:cubicBezTo>
                    <a:pt x="10414" y="84455"/>
                    <a:pt x="6604" y="78867"/>
                    <a:pt x="3937" y="72390"/>
                  </a:cubicBezTo>
                  <a:lnTo>
                    <a:pt x="8382" y="70612"/>
                  </a:lnTo>
                  <a:lnTo>
                    <a:pt x="3937" y="72390"/>
                  </a:lnTo>
                  <a:cubicBezTo>
                    <a:pt x="1270" y="66040"/>
                    <a:pt x="0" y="59309"/>
                    <a:pt x="0" y="52324"/>
                  </a:cubicBezTo>
                  <a:lnTo>
                    <a:pt x="4699" y="52324"/>
                  </a:lnTo>
                  <a:lnTo>
                    <a:pt x="0" y="52324"/>
                  </a:lnTo>
                  <a:cubicBezTo>
                    <a:pt x="0" y="45339"/>
                    <a:pt x="1270" y="38735"/>
                    <a:pt x="3937" y="32258"/>
                  </a:cubicBezTo>
                  <a:lnTo>
                    <a:pt x="8382" y="34036"/>
                  </a:lnTo>
                  <a:lnTo>
                    <a:pt x="3937" y="32258"/>
                  </a:lnTo>
                  <a:cubicBezTo>
                    <a:pt x="6604" y="25781"/>
                    <a:pt x="10414" y="20193"/>
                    <a:pt x="15240" y="15240"/>
                  </a:cubicBezTo>
                  <a:lnTo>
                    <a:pt x="18542" y="18669"/>
                  </a:lnTo>
                  <a:lnTo>
                    <a:pt x="15113" y="15240"/>
                  </a:lnTo>
                  <a:cubicBezTo>
                    <a:pt x="20193" y="10414"/>
                    <a:pt x="25908" y="6604"/>
                    <a:pt x="32385" y="3937"/>
                  </a:cubicBezTo>
                  <a:cubicBezTo>
                    <a:pt x="38735" y="1270"/>
                    <a:pt x="45466" y="0"/>
                    <a:pt x="52451" y="0"/>
                  </a:cubicBezTo>
                  <a:lnTo>
                    <a:pt x="52451" y="4826"/>
                  </a:lnTo>
                  <a:lnTo>
                    <a:pt x="52451" y="0"/>
                  </a:lnTo>
                  <a:cubicBezTo>
                    <a:pt x="59309" y="0"/>
                    <a:pt x="66040" y="1270"/>
                    <a:pt x="72390" y="3937"/>
                  </a:cubicBezTo>
                  <a:cubicBezTo>
                    <a:pt x="78740" y="6604"/>
                    <a:pt x="84455" y="10414"/>
                    <a:pt x="89408" y="15240"/>
                  </a:cubicBezTo>
                  <a:lnTo>
                    <a:pt x="85979" y="18669"/>
                  </a:lnTo>
                  <a:lnTo>
                    <a:pt x="89408" y="15240"/>
                  </a:lnTo>
                  <a:cubicBezTo>
                    <a:pt x="94361" y="20193"/>
                    <a:pt x="98171" y="25781"/>
                    <a:pt x="100711" y="32258"/>
                  </a:cubicBezTo>
                  <a:lnTo>
                    <a:pt x="96266" y="34036"/>
                  </a:lnTo>
                  <a:lnTo>
                    <a:pt x="100711" y="32258"/>
                  </a:lnTo>
                  <a:cubicBezTo>
                    <a:pt x="103378" y="38735"/>
                    <a:pt x="104648" y="45339"/>
                    <a:pt x="104648" y="52324"/>
                  </a:cubicBezTo>
                  <a:moveTo>
                    <a:pt x="95123" y="52324"/>
                  </a:moveTo>
                  <a:lnTo>
                    <a:pt x="99822" y="52324"/>
                  </a:lnTo>
                  <a:lnTo>
                    <a:pt x="95123" y="52324"/>
                  </a:lnTo>
                  <a:cubicBezTo>
                    <a:pt x="95123" y="46609"/>
                    <a:pt x="93980" y="41148"/>
                    <a:pt x="91821" y="35941"/>
                  </a:cubicBezTo>
                  <a:cubicBezTo>
                    <a:pt x="89662" y="30734"/>
                    <a:pt x="86614" y="26035"/>
                    <a:pt x="82550" y="22098"/>
                  </a:cubicBezTo>
                  <a:cubicBezTo>
                    <a:pt x="78486" y="18034"/>
                    <a:pt x="73914" y="14986"/>
                    <a:pt x="68580" y="12827"/>
                  </a:cubicBezTo>
                  <a:lnTo>
                    <a:pt x="70612" y="8382"/>
                  </a:lnTo>
                  <a:lnTo>
                    <a:pt x="68834" y="12827"/>
                  </a:lnTo>
                  <a:cubicBezTo>
                    <a:pt x="63500" y="10668"/>
                    <a:pt x="58039" y="9525"/>
                    <a:pt x="52451" y="9525"/>
                  </a:cubicBezTo>
                  <a:cubicBezTo>
                    <a:pt x="46863" y="9525"/>
                    <a:pt x="41275" y="10668"/>
                    <a:pt x="36068" y="12827"/>
                  </a:cubicBezTo>
                  <a:lnTo>
                    <a:pt x="34163" y="8382"/>
                  </a:lnTo>
                  <a:lnTo>
                    <a:pt x="35941" y="12827"/>
                  </a:lnTo>
                  <a:cubicBezTo>
                    <a:pt x="30734" y="14986"/>
                    <a:pt x="26035" y="18034"/>
                    <a:pt x="21971" y="22098"/>
                  </a:cubicBezTo>
                  <a:cubicBezTo>
                    <a:pt x="17907" y="26162"/>
                    <a:pt x="14859" y="30734"/>
                    <a:pt x="12700" y="35941"/>
                  </a:cubicBezTo>
                  <a:cubicBezTo>
                    <a:pt x="10541" y="41148"/>
                    <a:pt x="9525" y="46736"/>
                    <a:pt x="9525" y="52324"/>
                  </a:cubicBezTo>
                  <a:cubicBezTo>
                    <a:pt x="9525" y="58039"/>
                    <a:pt x="10668" y="63500"/>
                    <a:pt x="12827" y="68707"/>
                  </a:cubicBezTo>
                  <a:cubicBezTo>
                    <a:pt x="14986" y="73914"/>
                    <a:pt x="18034" y="78613"/>
                    <a:pt x="22098" y="82677"/>
                  </a:cubicBezTo>
                  <a:lnTo>
                    <a:pt x="18669" y="86106"/>
                  </a:lnTo>
                  <a:lnTo>
                    <a:pt x="21971" y="82677"/>
                  </a:lnTo>
                  <a:cubicBezTo>
                    <a:pt x="26035" y="86741"/>
                    <a:pt x="30607" y="89789"/>
                    <a:pt x="35814" y="91948"/>
                  </a:cubicBezTo>
                  <a:cubicBezTo>
                    <a:pt x="41021" y="94107"/>
                    <a:pt x="46482" y="95250"/>
                    <a:pt x="52197" y="95250"/>
                  </a:cubicBezTo>
                  <a:lnTo>
                    <a:pt x="52197" y="99949"/>
                  </a:lnTo>
                  <a:lnTo>
                    <a:pt x="52197" y="95250"/>
                  </a:lnTo>
                  <a:cubicBezTo>
                    <a:pt x="57912" y="95250"/>
                    <a:pt x="63373" y="94107"/>
                    <a:pt x="68580" y="91948"/>
                  </a:cubicBezTo>
                  <a:cubicBezTo>
                    <a:pt x="73787" y="89789"/>
                    <a:pt x="78486" y="86741"/>
                    <a:pt x="82423" y="82677"/>
                  </a:cubicBezTo>
                  <a:lnTo>
                    <a:pt x="85725" y="86106"/>
                  </a:lnTo>
                  <a:lnTo>
                    <a:pt x="82296" y="82677"/>
                  </a:lnTo>
                  <a:cubicBezTo>
                    <a:pt x="86360" y="78613"/>
                    <a:pt x="89408" y="74041"/>
                    <a:pt x="91567" y="68707"/>
                  </a:cubicBezTo>
                  <a:cubicBezTo>
                    <a:pt x="93726" y="63500"/>
                    <a:pt x="94869" y="58039"/>
                    <a:pt x="94869" y="523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22278" y="7390993"/>
            <a:ext cx="124066" cy="124066"/>
            <a:chOff x="0" y="0"/>
            <a:chExt cx="104775" cy="1047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775" cy="104775"/>
            </a:xfrm>
            <a:custGeom>
              <a:avLst/>
              <a:gdLst/>
              <a:ahLst/>
              <a:cxnLst/>
              <a:rect r="r" b="b" t="t" l="l"/>
              <a:pathLst>
                <a:path h="104775" w="104775">
                  <a:moveTo>
                    <a:pt x="104775" y="52451"/>
                  </a:moveTo>
                  <a:cubicBezTo>
                    <a:pt x="104775" y="59436"/>
                    <a:pt x="103505" y="66040"/>
                    <a:pt x="100838" y="72517"/>
                  </a:cubicBezTo>
                  <a:lnTo>
                    <a:pt x="96393" y="70739"/>
                  </a:lnTo>
                  <a:lnTo>
                    <a:pt x="100838" y="72517"/>
                  </a:lnTo>
                  <a:cubicBezTo>
                    <a:pt x="98171" y="78994"/>
                    <a:pt x="94361" y="84582"/>
                    <a:pt x="89535" y="89535"/>
                  </a:cubicBezTo>
                  <a:cubicBezTo>
                    <a:pt x="84582" y="94488"/>
                    <a:pt x="78994" y="98171"/>
                    <a:pt x="72517" y="100838"/>
                  </a:cubicBezTo>
                  <a:lnTo>
                    <a:pt x="70739" y="96393"/>
                  </a:lnTo>
                  <a:lnTo>
                    <a:pt x="72517" y="100838"/>
                  </a:lnTo>
                  <a:cubicBezTo>
                    <a:pt x="66167" y="103505"/>
                    <a:pt x="59436" y="104775"/>
                    <a:pt x="52451" y="104775"/>
                  </a:cubicBezTo>
                  <a:cubicBezTo>
                    <a:pt x="45466" y="104775"/>
                    <a:pt x="38862" y="103378"/>
                    <a:pt x="32385" y="100838"/>
                  </a:cubicBezTo>
                  <a:lnTo>
                    <a:pt x="34163" y="96393"/>
                  </a:lnTo>
                  <a:lnTo>
                    <a:pt x="32385" y="100838"/>
                  </a:lnTo>
                  <a:cubicBezTo>
                    <a:pt x="26035" y="98171"/>
                    <a:pt x="20320" y="94361"/>
                    <a:pt x="15367" y="89535"/>
                  </a:cubicBezTo>
                  <a:cubicBezTo>
                    <a:pt x="10414" y="84455"/>
                    <a:pt x="6604" y="78867"/>
                    <a:pt x="3937" y="72390"/>
                  </a:cubicBezTo>
                  <a:lnTo>
                    <a:pt x="8382" y="70612"/>
                  </a:lnTo>
                  <a:lnTo>
                    <a:pt x="3937" y="72390"/>
                  </a:lnTo>
                  <a:cubicBezTo>
                    <a:pt x="1270" y="66040"/>
                    <a:pt x="0" y="59309"/>
                    <a:pt x="0" y="52324"/>
                  </a:cubicBezTo>
                  <a:lnTo>
                    <a:pt x="4699" y="52324"/>
                  </a:lnTo>
                  <a:lnTo>
                    <a:pt x="0" y="52324"/>
                  </a:lnTo>
                  <a:cubicBezTo>
                    <a:pt x="0" y="45339"/>
                    <a:pt x="1270" y="38735"/>
                    <a:pt x="3937" y="32258"/>
                  </a:cubicBezTo>
                  <a:lnTo>
                    <a:pt x="8382" y="34036"/>
                  </a:lnTo>
                  <a:lnTo>
                    <a:pt x="3937" y="32258"/>
                  </a:lnTo>
                  <a:cubicBezTo>
                    <a:pt x="6604" y="25781"/>
                    <a:pt x="10414" y="20193"/>
                    <a:pt x="15240" y="15240"/>
                  </a:cubicBezTo>
                  <a:lnTo>
                    <a:pt x="18542" y="18669"/>
                  </a:lnTo>
                  <a:lnTo>
                    <a:pt x="15113" y="15240"/>
                  </a:lnTo>
                  <a:cubicBezTo>
                    <a:pt x="20193" y="10414"/>
                    <a:pt x="25908" y="6604"/>
                    <a:pt x="32385" y="3937"/>
                  </a:cubicBezTo>
                  <a:cubicBezTo>
                    <a:pt x="38735" y="1270"/>
                    <a:pt x="45466" y="0"/>
                    <a:pt x="52451" y="0"/>
                  </a:cubicBezTo>
                  <a:lnTo>
                    <a:pt x="52451" y="4826"/>
                  </a:lnTo>
                  <a:lnTo>
                    <a:pt x="52451" y="0"/>
                  </a:lnTo>
                  <a:cubicBezTo>
                    <a:pt x="59309" y="0"/>
                    <a:pt x="66040" y="1270"/>
                    <a:pt x="72390" y="3937"/>
                  </a:cubicBezTo>
                  <a:cubicBezTo>
                    <a:pt x="78740" y="6604"/>
                    <a:pt x="84455" y="10414"/>
                    <a:pt x="89408" y="15240"/>
                  </a:cubicBezTo>
                  <a:lnTo>
                    <a:pt x="85979" y="18669"/>
                  </a:lnTo>
                  <a:lnTo>
                    <a:pt x="89408" y="15240"/>
                  </a:lnTo>
                  <a:cubicBezTo>
                    <a:pt x="94361" y="20193"/>
                    <a:pt x="98171" y="25781"/>
                    <a:pt x="100711" y="32258"/>
                  </a:cubicBezTo>
                  <a:lnTo>
                    <a:pt x="96266" y="34036"/>
                  </a:lnTo>
                  <a:lnTo>
                    <a:pt x="100711" y="32258"/>
                  </a:lnTo>
                  <a:cubicBezTo>
                    <a:pt x="103378" y="38735"/>
                    <a:pt x="104648" y="45339"/>
                    <a:pt x="104648" y="52324"/>
                  </a:cubicBezTo>
                  <a:moveTo>
                    <a:pt x="95123" y="52324"/>
                  </a:moveTo>
                  <a:lnTo>
                    <a:pt x="99822" y="52324"/>
                  </a:lnTo>
                  <a:lnTo>
                    <a:pt x="95123" y="52324"/>
                  </a:lnTo>
                  <a:cubicBezTo>
                    <a:pt x="95123" y="46609"/>
                    <a:pt x="93980" y="41148"/>
                    <a:pt x="91821" y="35941"/>
                  </a:cubicBezTo>
                  <a:cubicBezTo>
                    <a:pt x="89662" y="30734"/>
                    <a:pt x="86614" y="26035"/>
                    <a:pt x="82550" y="22098"/>
                  </a:cubicBezTo>
                  <a:cubicBezTo>
                    <a:pt x="78486" y="18034"/>
                    <a:pt x="73914" y="14986"/>
                    <a:pt x="68580" y="12827"/>
                  </a:cubicBezTo>
                  <a:lnTo>
                    <a:pt x="70612" y="8382"/>
                  </a:lnTo>
                  <a:lnTo>
                    <a:pt x="68834" y="12827"/>
                  </a:lnTo>
                  <a:cubicBezTo>
                    <a:pt x="63500" y="10668"/>
                    <a:pt x="58039" y="9525"/>
                    <a:pt x="52451" y="9525"/>
                  </a:cubicBezTo>
                  <a:cubicBezTo>
                    <a:pt x="46863" y="9525"/>
                    <a:pt x="41275" y="10668"/>
                    <a:pt x="36068" y="12827"/>
                  </a:cubicBezTo>
                  <a:lnTo>
                    <a:pt x="34163" y="8382"/>
                  </a:lnTo>
                  <a:lnTo>
                    <a:pt x="35941" y="12827"/>
                  </a:lnTo>
                  <a:cubicBezTo>
                    <a:pt x="30734" y="14986"/>
                    <a:pt x="26035" y="18034"/>
                    <a:pt x="21971" y="22098"/>
                  </a:cubicBezTo>
                  <a:cubicBezTo>
                    <a:pt x="17907" y="26162"/>
                    <a:pt x="14859" y="30734"/>
                    <a:pt x="12700" y="35941"/>
                  </a:cubicBezTo>
                  <a:cubicBezTo>
                    <a:pt x="10541" y="41148"/>
                    <a:pt x="9525" y="46736"/>
                    <a:pt x="9525" y="52324"/>
                  </a:cubicBezTo>
                  <a:cubicBezTo>
                    <a:pt x="9525" y="58039"/>
                    <a:pt x="10668" y="63500"/>
                    <a:pt x="12827" y="68707"/>
                  </a:cubicBezTo>
                  <a:cubicBezTo>
                    <a:pt x="14986" y="73914"/>
                    <a:pt x="18034" y="78613"/>
                    <a:pt x="22098" y="82677"/>
                  </a:cubicBezTo>
                  <a:lnTo>
                    <a:pt x="18669" y="86106"/>
                  </a:lnTo>
                  <a:lnTo>
                    <a:pt x="21971" y="82677"/>
                  </a:lnTo>
                  <a:cubicBezTo>
                    <a:pt x="26035" y="86741"/>
                    <a:pt x="30607" y="89789"/>
                    <a:pt x="35941" y="91948"/>
                  </a:cubicBezTo>
                  <a:cubicBezTo>
                    <a:pt x="41275" y="94107"/>
                    <a:pt x="46609" y="95250"/>
                    <a:pt x="52324" y="95250"/>
                  </a:cubicBezTo>
                  <a:lnTo>
                    <a:pt x="52324" y="99949"/>
                  </a:lnTo>
                  <a:lnTo>
                    <a:pt x="52324" y="95250"/>
                  </a:lnTo>
                  <a:cubicBezTo>
                    <a:pt x="58039" y="95250"/>
                    <a:pt x="63500" y="94107"/>
                    <a:pt x="68707" y="91948"/>
                  </a:cubicBezTo>
                  <a:cubicBezTo>
                    <a:pt x="73914" y="89789"/>
                    <a:pt x="78613" y="86614"/>
                    <a:pt x="82677" y="82677"/>
                  </a:cubicBezTo>
                  <a:lnTo>
                    <a:pt x="85979" y="86106"/>
                  </a:lnTo>
                  <a:lnTo>
                    <a:pt x="82550" y="82677"/>
                  </a:lnTo>
                  <a:cubicBezTo>
                    <a:pt x="86614" y="78613"/>
                    <a:pt x="89662" y="74041"/>
                    <a:pt x="91821" y="68707"/>
                  </a:cubicBezTo>
                  <a:cubicBezTo>
                    <a:pt x="93980" y="63373"/>
                    <a:pt x="95123" y="58039"/>
                    <a:pt x="95123" y="523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3222" y="3607247"/>
            <a:ext cx="90230" cy="90230"/>
            <a:chOff x="0" y="0"/>
            <a:chExt cx="762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2902" y="5366465"/>
            <a:ext cx="90230" cy="90230"/>
            <a:chOff x="0" y="0"/>
            <a:chExt cx="76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2902" y="6043188"/>
            <a:ext cx="90230" cy="90230"/>
            <a:chOff x="0" y="0"/>
            <a:chExt cx="762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12902" y="6708631"/>
            <a:ext cx="90230" cy="90230"/>
            <a:chOff x="0" y="0"/>
            <a:chExt cx="76200" cy="76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2902" y="7994403"/>
            <a:ext cx="90230" cy="90230"/>
            <a:chOff x="0" y="0"/>
            <a:chExt cx="76200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12902" y="8659847"/>
            <a:ext cx="90230" cy="90230"/>
            <a:chOff x="0" y="0"/>
            <a:chExt cx="76200" cy="76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22278" y="2080284"/>
            <a:ext cx="9725845" cy="56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b="true" sz="3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Details / Links of the reference and research work: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1164" y="7209309"/>
            <a:ext cx="3948482" cy="49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8"/>
              </a:lnSpc>
            </a:pPr>
            <a:r>
              <a:rPr lang="en-US" b="true" sz="284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Frameworks: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17647" y="7812522"/>
            <a:ext cx="89497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1484" y="2822152"/>
            <a:ext cx="4357606" cy="49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8"/>
              </a:lnSpc>
            </a:pPr>
            <a:r>
              <a:rPr lang="en-US" b="true" sz="284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Datasets &amp; Repositories: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95977" y="3425366"/>
            <a:ext cx="89497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1164" y="4592649"/>
            <a:ext cx="6021226" cy="49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8"/>
              </a:lnSpc>
            </a:pPr>
            <a:r>
              <a:rPr lang="en-US" b="true" sz="284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Foundational Academic Research: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2632" y="3425366"/>
            <a:ext cx="7000285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KaggleHigh-ResolutionCyclone Archive: HDF5 (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2632" y="3865235"/>
            <a:ext cx="15552252" cy="43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normalized label arrays. Link ⟶ </a:t>
            </a:r>
            <a:r>
              <a:rPr lang="en-US" sz="2486" u="sng">
                <a:solidFill>
                  <a:srgbClr val="186BB5"/>
                </a:solidFill>
                <a:latin typeface="Arial"/>
                <a:ea typeface="Arial"/>
                <a:cs typeface="Arial"/>
                <a:sym typeface="Arial"/>
                <a:hlinkClick r:id="rId4" tooltip="https://www.kaggle.com/datasets/vaukaofworlds/thecycloneimagedataset"/>
              </a:rPr>
              <a:t>https://www.kaggle.com/datasets/vaukaofworlds/thecycloneimagedataset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05395" y="7812522"/>
            <a:ext cx="8360485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Frameworkfor Mixed Precision (AMP) and Deep Learning.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314696" y="8477966"/>
            <a:ext cx="7251157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Pythonic interface to the HDF5 binary data format.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72312" y="5013134"/>
            <a:ext cx="13710538" cy="193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Liu, Z., et al. "Swin Transformer: Hierarchical Vision Transformer using Shifted Windows." .  </a:t>
            </a:r>
          </a:p>
          <a:p>
            <a:pPr algn="l">
              <a:lnSpc>
                <a:spcPts val="5269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Tan, M., &amp; Le, Q. V. "EfficientNet: Rethinking Model Scaling for Convolutional Neural Networks." Huber, P. J. "Robust Estimation of a Location Parameter." </a:t>
            </a:r>
            <a:r>
              <a:rPr lang="en-US" sz="2486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Annals of Mathematical Statistics</a:t>
            </a: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46177" y="3425366"/>
            <a:ext cx="9512289" cy="43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geospatial matrix structures (Infrared Thermal &amp; Raw Visible) &amp;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75723" y="3450890"/>
            <a:ext cx="581801" cy="41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486" spc="2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.h5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2312" y="7828865"/>
            <a:ext cx="1372156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b="true" sz="248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PyTorch: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72312" y="8494308"/>
            <a:ext cx="859088" cy="42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b="true" sz="248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h5py: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5087600" y="0"/>
            <a:ext cx="3120959" cy="1577818"/>
          </a:xfrm>
          <a:custGeom>
            <a:avLst/>
            <a:gdLst/>
            <a:ahLst/>
            <a:cxnLst/>
            <a:rect r="r" b="b" t="t" l="l"/>
            <a:pathLst>
              <a:path h="1577818" w="3120959">
                <a:moveTo>
                  <a:pt x="0" y="0"/>
                </a:moveTo>
                <a:lnTo>
                  <a:pt x="3120959" y="0"/>
                </a:lnTo>
                <a:lnTo>
                  <a:pt x="3120959" y="1577818"/>
                </a:lnTo>
                <a:lnTo>
                  <a:pt x="0" y="1577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48" id="4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Wizards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DAHUilDogWE</dc:identifier>
  <dcterms:modified xsi:type="dcterms:W3CDTF">2011-08-01T06:04:30Z</dcterms:modified>
  <cp:revision>1</cp:revision>
  <dc:title>SIH2026 IDEA Presentation Final</dc:title>
</cp:coreProperties>
</file>